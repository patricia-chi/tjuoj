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notesMasterIdLst>
    <p:notesMasterId r:id="rId33"/>
  </p:notesMasterIdLst>
  <p:sldIdLst>
    <p:sldId id="687" r:id="rId2"/>
    <p:sldId id="361" r:id="rId3"/>
    <p:sldId id="323" r:id="rId4"/>
    <p:sldId id="910" r:id="rId5"/>
    <p:sldId id="409" r:id="rId6"/>
    <p:sldId id="425" r:id="rId7"/>
    <p:sldId id="426" r:id="rId8"/>
    <p:sldId id="427" r:id="rId9"/>
    <p:sldId id="428" r:id="rId10"/>
    <p:sldId id="429" r:id="rId11"/>
    <p:sldId id="430" r:id="rId12"/>
    <p:sldId id="431" r:id="rId13"/>
    <p:sldId id="432" r:id="rId14"/>
    <p:sldId id="433" r:id="rId15"/>
    <p:sldId id="434" r:id="rId16"/>
    <p:sldId id="420" r:id="rId17"/>
    <p:sldId id="386" r:id="rId18"/>
    <p:sldId id="688" r:id="rId19"/>
    <p:sldId id="340" r:id="rId20"/>
    <p:sldId id="908" r:id="rId21"/>
    <p:sldId id="324" r:id="rId22"/>
    <p:sldId id="689" r:id="rId23"/>
    <p:sldId id="691" r:id="rId24"/>
    <p:sldId id="690" r:id="rId25"/>
    <p:sldId id="383" r:id="rId26"/>
    <p:sldId id="451" r:id="rId27"/>
    <p:sldId id="378" r:id="rId28"/>
    <p:sldId id="341" r:id="rId29"/>
    <p:sldId id="384" r:id="rId30"/>
    <p:sldId id="909" r:id="rId31"/>
    <p:sldId id="662" r:id="rId32"/>
  </p:sldIdLst>
  <p:sldSz cx="9144000" cy="6858000" type="screen4x3"/>
  <p:notesSz cx="6858000" cy="9144000"/>
  <p:custShowLst>
    <p:custShow name="Custom Show 1" id="0">
      <p:sldLst/>
    </p:custShow>
  </p:custShowLst>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楷体_GB2312"/>
        <a:cs typeface="楷体_GB2312"/>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楷体_GB2312"/>
        <a:cs typeface="楷体_GB2312"/>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楷体_GB2312"/>
        <a:cs typeface="楷体_GB2312"/>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楷体_GB2312"/>
        <a:cs typeface="楷体_GB2312"/>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楷体_GB2312"/>
        <a:cs typeface="楷体_GB2312"/>
      </a:defRPr>
    </a:lvl5pPr>
    <a:lvl6pPr marL="2286000" algn="l" defTabSz="914400" rtl="0" eaLnBrk="1" latinLnBrk="0" hangingPunct="1">
      <a:defRPr sz="2400" kern="1200">
        <a:solidFill>
          <a:schemeClr val="tx1"/>
        </a:solidFill>
        <a:latin typeface="Times New Roman" panose="02020603050405020304" pitchFamily="18" charset="0"/>
        <a:ea typeface="楷体_GB2312"/>
        <a:cs typeface="楷体_GB2312"/>
      </a:defRPr>
    </a:lvl6pPr>
    <a:lvl7pPr marL="2743200" algn="l" defTabSz="914400" rtl="0" eaLnBrk="1" latinLnBrk="0" hangingPunct="1">
      <a:defRPr sz="2400" kern="1200">
        <a:solidFill>
          <a:schemeClr val="tx1"/>
        </a:solidFill>
        <a:latin typeface="Times New Roman" panose="02020603050405020304" pitchFamily="18" charset="0"/>
        <a:ea typeface="楷体_GB2312"/>
        <a:cs typeface="楷体_GB2312"/>
      </a:defRPr>
    </a:lvl7pPr>
    <a:lvl8pPr marL="3200400" algn="l" defTabSz="914400" rtl="0" eaLnBrk="1" latinLnBrk="0" hangingPunct="1">
      <a:defRPr sz="2400" kern="1200">
        <a:solidFill>
          <a:schemeClr val="tx1"/>
        </a:solidFill>
        <a:latin typeface="Times New Roman" panose="02020603050405020304" pitchFamily="18" charset="0"/>
        <a:ea typeface="楷体_GB2312"/>
        <a:cs typeface="楷体_GB2312"/>
      </a:defRPr>
    </a:lvl8pPr>
    <a:lvl9pPr marL="3657600" algn="l" defTabSz="914400" rtl="0" eaLnBrk="1" latinLnBrk="0" hangingPunct="1">
      <a:defRPr sz="2400" kern="1200">
        <a:solidFill>
          <a:schemeClr val="tx1"/>
        </a:solidFill>
        <a:latin typeface="Times New Roman" panose="02020603050405020304" pitchFamily="18" charset="0"/>
        <a:ea typeface="楷体_GB2312"/>
        <a:cs typeface="楷体_GB2312"/>
      </a:defRPr>
    </a:lvl9pPr>
  </p:defaultTextStyle>
  <p:extLst>
    <p:ext uri="{EFAFB233-063F-42B5-8137-9DF3F51BA10A}">
      <p15:sldGuideLst xmlns:p15="http://schemas.microsoft.com/office/powerpoint/2012/main">
        <p15:guide id="1" orient="horz" pos="864">
          <p15:clr>
            <a:srgbClr val="A4A3A4"/>
          </p15:clr>
        </p15:guide>
        <p15:guide id="2" pos="57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345" autoAdjust="0"/>
    <p:restoredTop sz="91020" autoAdjust="0"/>
  </p:normalViewPr>
  <p:slideViewPr>
    <p:cSldViewPr>
      <p:cViewPr varScale="1">
        <p:scale>
          <a:sx n="76" d="100"/>
          <a:sy n="76" d="100"/>
        </p:scale>
        <p:origin x="45" y="186"/>
      </p:cViewPr>
      <p:guideLst>
        <p:guide orient="horz" pos="864"/>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0" d="100"/>
          <a:sy n="40" d="100"/>
        </p:scale>
        <p:origin x="-1488" y="-96"/>
      </p:cViewPr>
      <p:guideLst>
        <p:guide orient="horz" pos="2880"/>
        <p:guide pos="2160"/>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6.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5.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1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15EDDE62-5A48-1671-9466-5673FF482CE6}"/>
              </a:ext>
            </a:extLst>
          </p:cNvPr>
          <p:cNvSpPr>
            <a:spLocks noGrp="1" noRot="1" noChangeAspect="1"/>
          </p:cNvSpPr>
          <p:nvPr>
            <p:ph type="sldImg"/>
          </p:nvPr>
        </p:nvSpPr>
        <p:spPr bwMode="auto">
          <a:xfrm>
            <a:off x="1371600" y="1143000"/>
            <a:ext cx="4114800" cy="30861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备注占位符 2">
            <a:extLst>
              <a:ext uri="{FF2B5EF4-FFF2-40B4-BE49-F238E27FC236}">
                <a16:creationId xmlns:a16="http://schemas.microsoft.com/office/drawing/2014/main" id="{72760852-BC95-02AF-7F2E-8937F672433F}"/>
              </a:ext>
            </a:extLst>
          </p:cNvPr>
          <p:cNvSpPr>
            <a:spLocks noGrp="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6203F25B-CB3C-AC92-137E-1057C5D4F01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3" name="Rectangle 3">
            <a:extLst>
              <a:ext uri="{FF2B5EF4-FFF2-40B4-BE49-F238E27FC236}">
                <a16:creationId xmlns:a16="http://schemas.microsoft.com/office/drawing/2014/main" id="{E764F4D3-D390-893D-5B16-CE9E119AE9B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6F20408-6F1B-FB62-A241-624500C6D874}"/>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1" name="Rectangle 3">
            <a:extLst>
              <a:ext uri="{FF2B5EF4-FFF2-40B4-BE49-F238E27FC236}">
                <a16:creationId xmlns:a16="http://schemas.microsoft.com/office/drawing/2014/main" id="{55E993EE-C583-1F43-50F5-A02385B640CF}"/>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6F20408-6F1B-FB62-A241-624500C6D874}"/>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1" name="Rectangle 3">
            <a:extLst>
              <a:ext uri="{FF2B5EF4-FFF2-40B4-BE49-F238E27FC236}">
                <a16:creationId xmlns:a16="http://schemas.microsoft.com/office/drawing/2014/main" id="{55E993EE-C583-1F43-50F5-A02385B640CF}"/>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extLst>
      <p:ext uri="{BB962C8B-B14F-4D97-AF65-F5344CB8AC3E}">
        <p14:creationId xmlns:p14="http://schemas.microsoft.com/office/powerpoint/2010/main" val="3138777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690E666-750B-6DE0-93A3-2AA3C69D38C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23" name="Rectangle 3">
            <a:extLst>
              <a:ext uri="{FF2B5EF4-FFF2-40B4-BE49-F238E27FC236}">
                <a16:creationId xmlns:a16="http://schemas.microsoft.com/office/drawing/2014/main" id="{6D4E1263-9DD3-C0E2-12DB-2BD378E00C28}"/>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514AD796-962E-AE57-85A3-F7A09CD59443}"/>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1" name="Rectangle 3">
            <a:extLst>
              <a:ext uri="{FF2B5EF4-FFF2-40B4-BE49-F238E27FC236}">
                <a16:creationId xmlns:a16="http://schemas.microsoft.com/office/drawing/2014/main" id="{F518774F-D994-5C0E-703B-77EDC07B2E85}"/>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AEC5C1F-820D-291F-D92F-7A630BDE8E6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819" name="Rectangle 3">
            <a:extLst>
              <a:ext uri="{FF2B5EF4-FFF2-40B4-BE49-F238E27FC236}">
                <a16:creationId xmlns:a16="http://schemas.microsoft.com/office/drawing/2014/main" id="{9F1EE554-77BD-103A-4F9B-9FA4A4EAB19C}"/>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319C797E-D173-26B4-F4DD-23C26A4ECE34}"/>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7" name="Rectangle 3">
            <a:extLst>
              <a:ext uri="{FF2B5EF4-FFF2-40B4-BE49-F238E27FC236}">
                <a16:creationId xmlns:a16="http://schemas.microsoft.com/office/drawing/2014/main" id="{0019D2C5-9A7C-9DB6-0071-173F29CE4BA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72BE4324-7A2C-4D7E-B488-ADF75374357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8915" name="Rectangle 3">
            <a:extLst>
              <a:ext uri="{FF2B5EF4-FFF2-40B4-BE49-F238E27FC236}">
                <a16:creationId xmlns:a16="http://schemas.microsoft.com/office/drawing/2014/main" id="{C092FCB5-984B-16F8-0185-A5774DA6F45C}"/>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C2EF5F9-166B-F77D-3A70-DF90D71CD82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63" name="Rectangle 3">
            <a:extLst>
              <a:ext uri="{FF2B5EF4-FFF2-40B4-BE49-F238E27FC236}">
                <a16:creationId xmlns:a16="http://schemas.microsoft.com/office/drawing/2014/main" id="{FD742CFA-AAA2-B282-8CE2-A94C8833F657}"/>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940AEB2-989A-15F9-5A9C-B1F72802313E}"/>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1" name="Rectangle 3">
            <a:extLst>
              <a:ext uri="{FF2B5EF4-FFF2-40B4-BE49-F238E27FC236}">
                <a16:creationId xmlns:a16="http://schemas.microsoft.com/office/drawing/2014/main" id="{0AD626E1-D589-8936-E039-82D466C2B261}"/>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997B1AA-AE89-1BD1-CA0E-EE41513725F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5059" name="Rectangle 3">
            <a:extLst>
              <a:ext uri="{FF2B5EF4-FFF2-40B4-BE49-F238E27FC236}">
                <a16:creationId xmlns:a16="http://schemas.microsoft.com/office/drawing/2014/main" id="{F3D7F150-C88F-0244-0694-B353163642F9}"/>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D31DBA0-05AE-7B8C-6FFA-3267356296F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7107" name="Rectangle 3">
            <a:extLst>
              <a:ext uri="{FF2B5EF4-FFF2-40B4-BE49-F238E27FC236}">
                <a16:creationId xmlns:a16="http://schemas.microsoft.com/office/drawing/2014/main" id="{5F2CE654-4B12-6185-14A9-E4BD6174421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1C42DADA-1024-3923-09D4-31F1AC6084AB}"/>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9155" name="Rectangle 3">
            <a:extLst>
              <a:ext uri="{FF2B5EF4-FFF2-40B4-BE49-F238E27FC236}">
                <a16:creationId xmlns:a16="http://schemas.microsoft.com/office/drawing/2014/main" id="{A69F1408-5E27-BD19-DB5D-61AA8A9D7EFD}"/>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53368CD-D327-03AD-3AB6-BD834840C52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03" name="Rectangle 3">
            <a:extLst>
              <a:ext uri="{FF2B5EF4-FFF2-40B4-BE49-F238E27FC236}">
                <a16:creationId xmlns:a16="http://schemas.microsoft.com/office/drawing/2014/main" id="{36F2FEFD-487F-902A-1E4C-D0173B95607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0DF43264-4DD4-16C7-4357-60EF11B0469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3251" name="Rectangle 3">
            <a:extLst>
              <a:ext uri="{FF2B5EF4-FFF2-40B4-BE49-F238E27FC236}">
                <a16:creationId xmlns:a16="http://schemas.microsoft.com/office/drawing/2014/main" id="{DFAFC62F-B44E-8B52-EFF6-589EB5A1E0F4}"/>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14F5041A-E0DB-6396-DC98-8197E3377B96}"/>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5299" name="Rectangle 3">
            <a:extLst>
              <a:ext uri="{FF2B5EF4-FFF2-40B4-BE49-F238E27FC236}">
                <a16:creationId xmlns:a16="http://schemas.microsoft.com/office/drawing/2014/main" id="{B92EAB37-8DC0-B211-8D33-CA5AE6ED6E00}"/>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43921C5E-CCE9-2B1A-5FE2-B9A59F98793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8371" name="Rectangle 3">
            <a:extLst>
              <a:ext uri="{FF2B5EF4-FFF2-40B4-BE49-F238E27FC236}">
                <a16:creationId xmlns:a16="http://schemas.microsoft.com/office/drawing/2014/main" id="{5B2F68BE-8811-AE7F-F0B2-4D8AB7AA85ED}"/>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幻灯片图像占位符 1">
            <a:extLst>
              <a:ext uri="{FF2B5EF4-FFF2-40B4-BE49-F238E27FC236}">
                <a16:creationId xmlns:a16="http://schemas.microsoft.com/office/drawing/2014/main" id="{B184225C-EFF4-B16C-89D0-52C84A414526}"/>
              </a:ext>
            </a:extLst>
          </p:cNvPr>
          <p:cNvSpPr>
            <a:spLocks noGrp="1" noRot="1" noChangeAspect="1"/>
          </p:cNvSpPr>
          <p:nvPr>
            <p:ph type="sldImg"/>
          </p:nvPr>
        </p:nvSpPr>
        <p:spPr bwMode="auto">
          <a:xfrm>
            <a:off x="1371600" y="1143000"/>
            <a:ext cx="4114800" cy="30861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0" name="备注占位符 2">
            <a:extLst>
              <a:ext uri="{FF2B5EF4-FFF2-40B4-BE49-F238E27FC236}">
                <a16:creationId xmlns:a16="http://schemas.microsoft.com/office/drawing/2014/main" id="{8762C3C7-2727-8025-BF1F-3FFA1128772C}"/>
              </a:ext>
            </a:extLst>
          </p:cNvPr>
          <p:cNvSpPr>
            <a:spLocks noGrp="1" noChangeArrowheads="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altLang="zh-CN"/>
              <a:t>B</a:t>
            </a:r>
          </a:p>
          <a:p>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7D667003-FBBF-FE53-589E-39FF0BFD606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0419" name="Rectangle 3">
            <a:extLst>
              <a:ext uri="{FF2B5EF4-FFF2-40B4-BE49-F238E27FC236}">
                <a16:creationId xmlns:a16="http://schemas.microsoft.com/office/drawing/2014/main" id="{66CAA535-C9EE-9D6A-13EE-BEDD3D1AACB3}"/>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E918C46-603C-438E-0CA4-84D41016747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2467" name="Rectangle 3">
            <a:extLst>
              <a:ext uri="{FF2B5EF4-FFF2-40B4-BE49-F238E27FC236}">
                <a16:creationId xmlns:a16="http://schemas.microsoft.com/office/drawing/2014/main" id="{A2B932A9-90AB-551A-DA30-D82075AD1211}"/>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D36F0E7B-44F8-1397-71AC-B70004D14CB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4515" name="Rectangle 3">
            <a:extLst>
              <a:ext uri="{FF2B5EF4-FFF2-40B4-BE49-F238E27FC236}">
                <a16:creationId xmlns:a16="http://schemas.microsoft.com/office/drawing/2014/main" id="{25E6DF96-89C9-B914-78A9-1D58BD1751E7}"/>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9123C7C1-F8DB-CD66-A87B-A7A4A0692DD6}"/>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6563" name="Rectangle 3">
            <a:extLst>
              <a:ext uri="{FF2B5EF4-FFF2-40B4-BE49-F238E27FC236}">
                <a16:creationId xmlns:a16="http://schemas.microsoft.com/office/drawing/2014/main" id="{8693D0EC-004F-D8CA-92B2-86EF67CBED0A}"/>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A1FB9C65-017A-39A4-C83E-AA08B43AAAA8}"/>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8611" name="Rectangle 3">
            <a:extLst>
              <a:ext uri="{FF2B5EF4-FFF2-40B4-BE49-F238E27FC236}">
                <a16:creationId xmlns:a16="http://schemas.microsoft.com/office/drawing/2014/main" id="{7CBCD4AE-D9F7-99FF-9614-40C3E84AD1A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6AC40DB2-2CC0-659D-3441-9E99B4B6527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683" name="Rectangle 3">
            <a:extLst>
              <a:ext uri="{FF2B5EF4-FFF2-40B4-BE49-F238E27FC236}">
                <a16:creationId xmlns:a16="http://schemas.microsoft.com/office/drawing/2014/main" id="{0BD7821F-7ED1-2A18-6C50-9BDC4FE0C86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5151C1B-FADF-6E0A-BD47-07C8F533F90B}"/>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3731" name="Rectangle 3">
            <a:extLst>
              <a:ext uri="{FF2B5EF4-FFF2-40B4-BE49-F238E27FC236}">
                <a16:creationId xmlns:a16="http://schemas.microsoft.com/office/drawing/2014/main" id="{84197411-725C-CC2E-E569-357D42B45483}"/>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8CA9684E-7856-BA4E-B94D-7E0D70D3B70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79" name="Rectangle 3">
            <a:extLst>
              <a:ext uri="{FF2B5EF4-FFF2-40B4-BE49-F238E27FC236}">
                <a16:creationId xmlns:a16="http://schemas.microsoft.com/office/drawing/2014/main" id="{90E0925F-FFFA-247F-C411-F276514D0210}"/>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http://www.tju.edu.cn/yx/images/badge.gif"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9">
            <a:extLst>
              <a:ext uri="{FF2B5EF4-FFF2-40B4-BE49-F238E27FC236}">
                <a16:creationId xmlns:a16="http://schemas.microsoft.com/office/drawing/2014/main" id="{1E2847C8-370D-0172-5184-942DEF88EF3B}"/>
              </a:ext>
            </a:extLst>
          </p:cNvPr>
          <p:cNvGrpSpPr>
            <a:grpSpLocks/>
          </p:cNvGrpSpPr>
          <p:nvPr/>
        </p:nvGrpSpPr>
        <p:grpSpPr bwMode="auto">
          <a:xfrm>
            <a:off x="1143000" y="628650"/>
            <a:ext cx="8012113" cy="2571750"/>
            <a:chOff x="720" y="396"/>
            <a:chExt cx="5047" cy="1620"/>
          </a:xfrm>
        </p:grpSpPr>
        <p:sp>
          <p:nvSpPr>
            <p:cNvPr id="3" name="Rectangle 18">
              <a:extLst>
                <a:ext uri="{FF2B5EF4-FFF2-40B4-BE49-F238E27FC236}">
                  <a16:creationId xmlns:a16="http://schemas.microsoft.com/office/drawing/2014/main" id="{A81F1DB7-E23A-75B7-BFA8-DC2B50E91F5C}"/>
                </a:ext>
              </a:extLst>
            </p:cNvPr>
            <p:cNvSpPr>
              <a:spLocks noChangeArrowheads="1"/>
            </p:cNvSpPr>
            <p:nvPr userDrawn="1"/>
          </p:nvSpPr>
          <p:spPr bwMode="gray">
            <a:xfrm>
              <a:off x="1081" y="396"/>
              <a:ext cx="4686" cy="1596"/>
            </a:xfrm>
            <a:prstGeom prst="rect">
              <a:avLst/>
            </a:prstGeom>
            <a:solidFill>
              <a:schemeClr val="folHlink"/>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4" name="Rectangle 28">
              <a:extLst>
                <a:ext uri="{FF2B5EF4-FFF2-40B4-BE49-F238E27FC236}">
                  <a16:creationId xmlns:a16="http://schemas.microsoft.com/office/drawing/2014/main" id="{39977B2D-E920-BCF8-8699-B0A9794883DC}"/>
                </a:ext>
              </a:extLst>
            </p:cNvPr>
            <p:cNvSpPr>
              <a:spLocks noChangeArrowheads="1"/>
            </p:cNvSpPr>
            <p:nvPr userDrawn="1"/>
          </p:nvSpPr>
          <p:spPr bwMode="gray">
            <a:xfrm>
              <a:off x="720" y="1440"/>
              <a:ext cx="576" cy="576"/>
            </a:xfrm>
            <a:prstGeom prst="rect">
              <a:avLst/>
            </a:prstGeom>
            <a:solidFill>
              <a:schemeClr val="folHlink"/>
            </a:solidFill>
            <a:ln>
              <a:noFill/>
            </a:ln>
          </p:spPr>
          <p:txBody>
            <a:bodyPr wrap="none" anchor="ct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grpSp>
      <p:sp>
        <p:nvSpPr>
          <p:cNvPr id="5" name="Rectangle 17">
            <a:extLst>
              <a:ext uri="{FF2B5EF4-FFF2-40B4-BE49-F238E27FC236}">
                <a16:creationId xmlns:a16="http://schemas.microsoft.com/office/drawing/2014/main" id="{DFBC5FC0-201F-459B-F92A-FAAF4708FFD6}"/>
              </a:ext>
            </a:extLst>
          </p:cNvPr>
          <p:cNvSpPr>
            <a:spLocks noChangeArrowheads="1"/>
          </p:cNvSpPr>
          <p:nvPr/>
        </p:nvSpPr>
        <p:spPr bwMode="gray">
          <a:xfrm>
            <a:off x="1130300" y="3141663"/>
            <a:ext cx="8013700" cy="574675"/>
          </a:xfrm>
          <a:prstGeom prst="rect">
            <a:avLst/>
          </a:prstGeom>
          <a:solidFill>
            <a:schemeClr val="tx2"/>
          </a:solidFill>
          <a:ln>
            <a:noFill/>
          </a:ln>
        </p:spPr>
        <p:txBody>
          <a:bodyPr wrap="none" anchor="ct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6" name="Rectangle 19">
            <a:extLst>
              <a:ext uri="{FF2B5EF4-FFF2-40B4-BE49-F238E27FC236}">
                <a16:creationId xmlns:a16="http://schemas.microsoft.com/office/drawing/2014/main" id="{30C13357-2810-C5F3-E1D9-4026591BBA79}"/>
              </a:ext>
            </a:extLst>
          </p:cNvPr>
          <p:cNvSpPr>
            <a:spLocks noChangeArrowheads="1"/>
          </p:cNvSpPr>
          <p:nvPr/>
        </p:nvSpPr>
        <p:spPr bwMode="gray">
          <a:xfrm>
            <a:off x="573088" y="2520950"/>
            <a:ext cx="576262" cy="641350"/>
          </a:xfrm>
          <a:prstGeom prst="rect">
            <a:avLst/>
          </a:prstGeom>
          <a:solidFill>
            <a:schemeClr val="accent2"/>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7" name="Rectangle 20">
            <a:extLst>
              <a:ext uri="{FF2B5EF4-FFF2-40B4-BE49-F238E27FC236}">
                <a16:creationId xmlns:a16="http://schemas.microsoft.com/office/drawing/2014/main" id="{05B2A71C-FE15-388F-C50C-D21700BAD799}"/>
              </a:ext>
            </a:extLst>
          </p:cNvPr>
          <p:cNvSpPr>
            <a:spLocks noChangeArrowheads="1"/>
          </p:cNvSpPr>
          <p:nvPr/>
        </p:nvSpPr>
        <p:spPr bwMode="gray">
          <a:xfrm>
            <a:off x="1716088" y="628650"/>
            <a:ext cx="566737" cy="636588"/>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8" name="Rectangle 21">
            <a:extLst>
              <a:ext uri="{FF2B5EF4-FFF2-40B4-BE49-F238E27FC236}">
                <a16:creationId xmlns:a16="http://schemas.microsoft.com/office/drawing/2014/main" id="{F0635BDC-18E1-E2A8-C594-12867ECF04A4}"/>
              </a:ext>
            </a:extLst>
          </p:cNvPr>
          <p:cNvSpPr>
            <a:spLocks noChangeArrowheads="1"/>
          </p:cNvSpPr>
          <p:nvPr/>
        </p:nvSpPr>
        <p:spPr bwMode="gray">
          <a:xfrm>
            <a:off x="2278063" y="0"/>
            <a:ext cx="585787" cy="635000"/>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9" name="Rectangle 22">
            <a:extLst>
              <a:ext uri="{FF2B5EF4-FFF2-40B4-BE49-F238E27FC236}">
                <a16:creationId xmlns:a16="http://schemas.microsoft.com/office/drawing/2014/main" id="{1D01E865-5556-6D4A-254F-DB9FBB840801}"/>
              </a:ext>
            </a:extLst>
          </p:cNvPr>
          <p:cNvSpPr>
            <a:spLocks noChangeArrowheads="1"/>
          </p:cNvSpPr>
          <p:nvPr/>
        </p:nvSpPr>
        <p:spPr bwMode="gray">
          <a:xfrm>
            <a:off x="2281238" y="628650"/>
            <a:ext cx="585787" cy="631825"/>
          </a:xfrm>
          <a:prstGeom prst="rect">
            <a:avLst/>
          </a:prstGeom>
          <a:solidFill>
            <a:schemeClr val="accent2"/>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0" name="Rectangle 23">
            <a:extLst>
              <a:ext uri="{FF2B5EF4-FFF2-40B4-BE49-F238E27FC236}">
                <a16:creationId xmlns:a16="http://schemas.microsoft.com/office/drawing/2014/main" id="{4874532E-0B4F-453F-5001-A804FBDB0F56}"/>
              </a:ext>
            </a:extLst>
          </p:cNvPr>
          <p:cNvSpPr>
            <a:spLocks noChangeArrowheads="1"/>
          </p:cNvSpPr>
          <p:nvPr/>
        </p:nvSpPr>
        <p:spPr bwMode="gray">
          <a:xfrm>
            <a:off x="1141413" y="1262063"/>
            <a:ext cx="574675" cy="625475"/>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1" name="Rectangle 24">
            <a:extLst>
              <a:ext uri="{FF2B5EF4-FFF2-40B4-BE49-F238E27FC236}">
                <a16:creationId xmlns:a16="http://schemas.microsoft.com/office/drawing/2014/main" id="{DE86ACA8-7660-1AD4-ED33-049085225F2B}"/>
              </a:ext>
            </a:extLst>
          </p:cNvPr>
          <p:cNvSpPr>
            <a:spLocks noChangeArrowheads="1"/>
          </p:cNvSpPr>
          <p:nvPr/>
        </p:nvSpPr>
        <p:spPr bwMode="gray">
          <a:xfrm>
            <a:off x="1716088" y="1263650"/>
            <a:ext cx="566737" cy="622300"/>
          </a:xfrm>
          <a:prstGeom prst="rect">
            <a:avLst/>
          </a:prstGeom>
          <a:solidFill>
            <a:schemeClr val="accent2"/>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2" name="Rectangle 25">
            <a:extLst>
              <a:ext uri="{FF2B5EF4-FFF2-40B4-BE49-F238E27FC236}">
                <a16:creationId xmlns:a16="http://schemas.microsoft.com/office/drawing/2014/main" id="{EDD7644E-3F1D-99BC-A3AC-D0F9E210A7F9}"/>
              </a:ext>
            </a:extLst>
          </p:cNvPr>
          <p:cNvSpPr>
            <a:spLocks noChangeArrowheads="1"/>
          </p:cNvSpPr>
          <p:nvPr/>
        </p:nvSpPr>
        <p:spPr bwMode="gray">
          <a:xfrm>
            <a:off x="573088" y="1885950"/>
            <a:ext cx="576262" cy="644525"/>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3" name="Rectangle 26">
            <a:extLst>
              <a:ext uri="{FF2B5EF4-FFF2-40B4-BE49-F238E27FC236}">
                <a16:creationId xmlns:a16="http://schemas.microsoft.com/office/drawing/2014/main" id="{D230332D-897C-DBD9-B2BD-5533C9938D3E}"/>
              </a:ext>
            </a:extLst>
          </p:cNvPr>
          <p:cNvSpPr>
            <a:spLocks noChangeArrowheads="1"/>
          </p:cNvSpPr>
          <p:nvPr/>
        </p:nvSpPr>
        <p:spPr bwMode="gray">
          <a:xfrm>
            <a:off x="1141413" y="1885950"/>
            <a:ext cx="576262" cy="644525"/>
          </a:xfrm>
          <a:prstGeom prst="rect">
            <a:avLst/>
          </a:prstGeom>
          <a:solidFill>
            <a:schemeClr val="accent2"/>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4" name="Rectangle 27">
            <a:extLst>
              <a:ext uri="{FF2B5EF4-FFF2-40B4-BE49-F238E27FC236}">
                <a16:creationId xmlns:a16="http://schemas.microsoft.com/office/drawing/2014/main" id="{2DF9930E-5C30-32D5-A285-A117F958B7DF}"/>
              </a:ext>
            </a:extLst>
          </p:cNvPr>
          <p:cNvSpPr>
            <a:spLocks noChangeArrowheads="1"/>
          </p:cNvSpPr>
          <p:nvPr/>
        </p:nvSpPr>
        <p:spPr bwMode="gray">
          <a:xfrm>
            <a:off x="0" y="2528888"/>
            <a:ext cx="574675" cy="633412"/>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pic>
        <p:nvPicPr>
          <p:cNvPr id="15" name="Picture 30" descr="http://www.tju.edu.cn/yx/images/badge.gif">
            <a:extLst>
              <a:ext uri="{FF2B5EF4-FFF2-40B4-BE49-F238E27FC236}">
                <a16:creationId xmlns:a16="http://schemas.microsoft.com/office/drawing/2014/main" id="{66E58B66-070E-506D-7800-46EC017ABBD8}"/>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0" y="0"/>
            <a:ext cx="792163"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bwMode="gray">
          <a:xfrm>
            <a:off x="1752600" y="1800225"/>
            <a:ext cx="6629400" cy="1012825"/>
          </a:xfrm>
        </p:spPr>
        <p:txBody>
          <a:bodyPr/>
          <a:lstStyle>
            <a:lvl1pPr algn="ctr">
              <a:defRPr sz="4400" i="1">
                <a:latin typeface="Verdana" pitchFamily="34" charset="0"/>
              </a:defRPr>
            </a:lvl1pPr>
          </a:lstStyle>
          <a:p>
            <a:r>
              <a:rPr lang="zh-CN" altLang="en-US"/>
              <a:t>单击此处编辑母版标题样式</a:t>
            </a:r>
            <a:endParaRPr lang="en-US" altLang="zh-CN"/>
          </a:p>
        </p:txBody>
      </p:sp>
      <p:sp>
        <p:nvSpPr>
          <p:cNvPr id="3075" name="Rectangle 3"/>
          <p:cNvSpPr>
            <a:spLocks noGrp="1" noChangeArrowheads="1"/>
          </p:cNvSpPr>
          <p:nvPr>
            <p:ph type="subTitle" idx="1"/>
          </p:nvPr>
        </p:nvSpPr>
        <p:spPr bwMode="gray">
          <a:xfrm>
            <a:off x="1600200" y="3276600"/>
            <a:ext cx="6324600" cy="381000"/>
          </a:xfrm>
        </p:spPr>
        <p:txBody>
          <a:bodyPr/>
          <a:lstStyle>
            <a:lvl1pPr marL="0" indent="0" algn="ctr">
              <a:buFont typeface="Wingdings" pitchFamily="2" charset="2"/>
              <a:buNone/>
              <a:defRPr sz="1800" b="0">
                <a:solidFill>
                  <a:schemeClr val="bg1"/>
                </a:solidFill>
              </a:defRPr>
            </a:lvl1pPr>
          </a:lstStyle>
          <a:p>
            <a:r>
              <a:rPr lang="zh-CN" altLang="en-US"/>
              <a:t>单击此处编辑母版副标题样式</a:t>
            </a:r>
            <a:endParaRPr lang="en-US" altLang="zh-CN"/>
          </a:p>
        </p:txBody>
      </p:sp>
    </p:spTree>
    <p:extLst>
      <p:ext uri="{BB962C8B-B14F-4D97-AF65-F5344CB8AC3E}">
        <p14:creationId xmlns:p14="http://schemas.microsoft.com/office/powerpoint/2010/main" val="18401703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4">
            <a:extLst>
              <a:ext uri="{FF2B5EF4-FFF2-40B4-BE49-F238E27FC236}">
                <a16:creationId xmlns:a16="http://schemas.microsoft.com/office/drawing/2014/main" id="{F8DBE524-202A-95CC-DF19-155F3E5483C0}"/>
              </a:ext>
            </a:extLst>
          </p:cNvPr>
          <p:cNvSpPr>
            <a:spLocks noGrp="1"/>
          </p:cNvSpPr>
          <p:nvPr>
            <p:ph type="sldNum" sz="quarter" idx="10"/>
          </p:nvPr>
        </p:nvSpPr>
        <p:spPr/>
        <p:txBody>
          <a:bodyPr/>
          <a:lstStyle>
            <a:lvl1pPr>
              <a:defRPr/>
            </a:lvl1pPr>
          </a:lstStyle>
          <a:p>
            <a:fld id="{E1CCA9DD-B4D1-BE41-A991-2F2ECCFA321C}" type="slidenum">
              <a:rPr lang="en-US" altLang="zh-CN"/>
              <a:pPr/>
              <a:t>‹#›</a:t>
            </a:fld>
            <a:endParaRPr lang="en-US" altLang="zh-CN"/>
          </a:p>
        </p:txBody>
      </p:sp>
      <p:sp>
        <p:nvSpPr>
          <p:cNvPr id="5" name="文本框 4">
            <a:extLst>
              <a:ext uri="{FF2B5EF4-FFF2-40B4-BE49-F238E27FC236}">
                <a16:creationId xmlns:a16="http://schemas.microsoft.com/office/drawing/2014/main" id="{4191AFB1-ABF6-262D-6E93-854BDC033ED1}"/>
              </a:ext>
            </a:extLst>
          </p:cNvPr>
          <p:cNvSpPr txBox="1">
            <a:spLocks noChangeArrowheads="1"/>
          </p:cNvSpPr>
          <p:nvPr userDrawn="1"/>
        </p:nvSpPr>
        <p:spPr bwMode="auto">
          <a:xfrm>
            <a:off x="8548966" y="0"/>
            <a:ext cx="595035"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递归</a:t>
            </a:r>
          </a:p>
        </p:txBody>
      </p:sp>
    </p:spTree>
    <p:extLst>
      <p:ext uri="{BB962C8B-B14F-4D97-AF65-F5344CB8AC3E}">
        <p14:creationId xmlns:p14="http://schemas.microsoft.com/office/powerpoint/2010/main" val="320837703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灯片编号占位符 4">
            <a:extLst>
              <a:ext uri="{FF2B5EF4-FFF2-40B4-BE49-F238E27FC236}">
                <a16:creationId xmlns:a16="http://schemas.microsoft.com/office/drawing/2014/main" id="{14BB03D1-48FB-1FAA-EAB0-B4EF23662328}"/>
              </a:ext>
            </a:extLst>
          </p:cNvPr>
          <p:cNvSpPr>
            <a:spLocks noGrp="1"/>
          </p:cNvSpPr>
          <p:nvPr>
            <p:ph type="sldNum" sz="quarter" idx="10"/>
          </p:nvPr>
        </p:nvSpPr>
        <p:spPr/>
        <p:txBody>
          <a:bodyPr/>
          <a:lstStyle>
            <a:lvl1pPr>
              <a:defRPr/>
            </a:lvl1pPr>
          </a:lstStyle>
          <a:p>
            <a:fld id="{39A3C2F9-F354-6342-A89D-CE0AC3397627}" type="slidenum">
              <a:rPr lang="en-US" altLang="zh-CN"/>
              <a:pPr/>
              <a:t>‹#›</a:t>
            </a:fld>
            <a:endParaRPr lang="en-US" altLang="zh-CN"/>
          </a:p>
        </p:txBody>
      </p:sp>
      <p:sp>
        <p:nvSpPr>
          <p:cNvPr id="5" name="文本框 4">
            <a:extLst>
              <a:ext uri="{FF2B5EF4-FFF2-40B4-BE49-F238E27FC236}">
                <a16:creationId xmlns:a16="http://schemas.microsoft.com/office/drawing/2014/main" id="{C6F4BFF6-48DF-AE28-B270-89D9A6C577C2}"/>
              </a:ext>
            </a:extLst>
          </p:cNvPr>
          <p:cNvSpPr txBox="1">
            <a:spLocks noChangeArrowheads="1"/>
          </p:cNvSpPr>
          <p:nvPr userDrawn="1"/>
        </p:nvSpPr>
        <p:spPr bwMode="auto">
          <a:xfrm>
            <a:off x="8548966" y="0"/>
            <a:ext cx="595035"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递归</a:t>
            </a:r>
          </a:p>
        </p:txBody>
      </p:sp>
    </p:spTree>
    <p:extLst>
      <p:ext uri="{BB962C8B-B14F-4D97-AF65-F5344CB8AC3E}">
        <p14:creationId xmlns:p14="http://schemas.microsoft.com/office/powerpoint/2010/main" val="43243793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95288" y="1125538"/>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586288" y="1125538"/>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a:extLst>
              <a:ext uri="{FF2B5EF4-FFF2-40B4-BE49-F238E27FC236}">
                <a16:creationId xmlns:a16="http://schemas.microsoft.com/office/drawing/2014/main" id="{3029BAD0-F1F8-42B8-2C3B-F84A0F88B75D}"/>
              </a:ext>
            </a:extLst>
          </p:cNvPr>
          <p:cNvSpPr>
            <a:spLocks noGrp="1"/>
          </p:cNvSpPr>
          <p:nvPr>
            <p:ph type="sldNum" sz="quarter" idx="10"/>
          </p:nvPr>
        </p:nvSpPr>
        <p:spPr/>
        <p:txBody>
          <a:bodyPr/>
          <a:lstStyle>
            <a:lvl1pPr>
              <a:defRPr/>
            </a:lvl1pPr>
          </a:lstStyle>
          <a:p>
            <a:fld id="{0890DAB9-3893-C143-82E2-22B8628CF3DA}" type="slidenum">
              <a:rPr lang="en-US" altLang="zh-CN"/>
              <a:pPr/>
              <a:t>‹#›</a:t>
            </a:fld>
            <a:endParaRPr lang="en-US" altLang="zh-CN"/>
          </a:p>
        </p:txBody>
      </p:sp>
      <p:sp>
        <p:nvSpPr>
          <p:cNvPr id="6" name="文本框 5">
            <a:extLst>
              <a:ext uri="{FF2B5EF4-FFF2-40B4-BE49-F238E27FC236}">
                <a16:creationId xmlns:a16="http://schemas.microsoft.com/office/drawing/2014/main" id="{F5BCAC61-F8C9-AAF8-199D-7602CF924A23}"/>
              </a:ext>
            </a:extLst>
          </p:cNvPr>
          <p:cNvSpPr txBox="1">
            <a:spLocks noChangeArrowheads="1"/>
          </p:cNvSpPr>
          <p:nvPr userDrawn="1"/>
        </p:nvSpPr>
        <p:spPr bwMode="auto">
          <a:xfrm>
            <a:off x="8548966" y="0"/>
            <a:ext cx="595035"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递归</a:t>
            </a:r>
          </a:p>
        </p:txBody>
      </p:sp>
    </p:spTree>
    <p:extLst>
      <p:ext uri="{BB962C8B-B14F-4D97-AF65-F5344CB8AC3E}">
        <p14:creationId xmlns:p14="http://schemas.microsoft.com/office/powerpoint/2010/main" val="149452670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4">
            <a:extLst>
              <a:ext uri="{FF2B5EF4-FFF2-40B4-BE49-F238E27FC236}">
                <a16:creationId xmlns:a16="http://schemas.microsoft.com/office/drawing/2014/main" id="{0EA8AD49-256A-C09A-2EC6-A639A79F85A0}"/>
              </a:ext>
            </a:extLst>
          </p:cNvPr>
          <p:cNvSpPr>
            <a:spLocks noGrp="1"/>
          </p:cNvSpPr>
          <p:nvPr>
            <p:ph type="sldNum" sz="quarter" idx="10"/>
          </p:nvPr>
        </p:nvSpPr>
        <p:spPr/>
        <p:txBody>
          <a:bodyPr/>
          <a:lstStyle>
            <a:lvl1pPr>
              <a:defRPr/>
            </a:lvl1pPr>
          </a:lstStyle>
          <a:p>
            <a:fld id="{8030D9F9-7AF6-314A-95A9-A4DDD4DC5F64}" type="slidenum">
              <a:rPr lang="en-US" altLang="zh-CN"/>
              <a:pPr/>
              <a:t>‹#›</a:t>
            </a:fld>
            <a:endParaRPr lang="en-US" altLang="zh-CN"/>
          </a:p>
        </p:txBody>
      </p:sp>
      <p:sp>
        <p:nvSpPr>
          <p:cNvPr id="8" name="文本框 7">
            <a:extLst>
              <a:ext uri="{FF2B5EF4-FFF2-40B4-BE49-F238E27FC236}">
                <a16:creationId xmlns:a16="http://schemas.microsoft.com/office/drawing/2014/main" id="{660C684C-65C0-25C6-0F60-FA0AF4E0542A}"/>
              </a:ext>
            </a:extLst>
          </p:cNvPr>
          <p:cNvSpPr txBox="1">
            <a:spLocks noChangeArrowheads="1"/>
          </p:cNvSpPr>
          <p:nvPr userDrawn="1"/>
        </p:nvSpPr>
        <p:spPr bwMode="auto">
          <a:xfrm>
            <a:off x="8548966" y="0"/>
            <a:ext cx="595035"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递归</a:t>
            </a:r>
          </a:p>
        </p:txBody>
      </p:sp>
    </p:spTree>
    <p:extLst>
      <p:ext uri="{BB962C8B-B14F-4D97-AF65-F5344CB8AC3E}">
        <p14:creationId xmlns:p14="http://schemas.microsoft.com/office/powerpoint/2010/main" val="27727183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4">
            <a:extLst>
              <a:ext uri="{FF2B5EF4-FFF2-40B4-BE49-F238E27FC236}">
                <a16:creationId xmlns:a16="http://schemas.microsoft.com/office/drawing/2014/main" id="{30538C71-33B8-D734-F1A8-8CE2C7C678E9}"/>
              </a:ext>
            </a:extLst>
          </p:cNvPr>
          <p:cNvSpPr>
            <a:spLocks noGrp="1"/>
          </p:cNvSpPr>
          <p:nvPr>
            <p:ph type="sldNum" sz="quarter" idx="10"/>
          </p:nvPr>
        </p:nvSpPr>
        <p:spPr/>
        <p:txBody>
          <a:bodyPr/>
          <a:lstStyle>
            <a:lvl1pPr>
              <a:defRPr/>
            </a:lvl1pPr>
          </a:lstStyle>
          <a:p>
            <a:fld id="{C5758349-0004-A445-A17F-AA8A1D987555}" type="slidenum">
              <a:rPr lang="en-US" altLang="zh-CN"/>
              <a:pPr/>
              <a:t>‹#›</a:t>
            </a:fld>
            <a:endParaRPr lang="en-US" altLang="zh-CN"/>
          </a:p>
        </p:txBody>
      </p:sp>
      <p:sp>
        <p:nvSpPr>
          <p:cNvPr id="4" name="文本框 3">
            <a:extLst>
              <a:ext uri="{FF2B5EF4-FFF2-40B4-BE49-F238E27FC236}">
                <a16:creationId xmlns:a16="http://schemas.microsoft.com/office/drawing/2014/main" id="{351AD23A-C839-366A-B8E0-EBD730C82FBC}"/>
              </a:ext>
            </a:extLst>
          </p:cNvPr>
          <p:cNvSpPr txBox="1">
            <a:spLocks noChangeArrowheads="1"/>
          </p:cNvSpPr>
          <p:nvPr userDrawn="1"/>
        </p:nvSpPr>
        <p:spPr bwMode="auto">
          <a:xfrm>
            <a:off x="8548966" y="0"/>
            <a:ext cx="595035"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递归</a:t>
            </a:r>
          </a:p>
        </p:txBody>
      </p:sp>
    </p:spTree>
    <p:extLst>
      <p:ext uri="{BB962C8B-B14F-4D97-AF65-F5344CB8AC3E}">
        <p14:creationId xmlns:p14="http://schemas.microsoft.com/office/powerpoint/2010/main" val="83238109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B43C8AE9-308A-9682-0AFD-2147BFCB5C34}"/>
              </a:ext>
            </a:extLst>
          </p:cNvPr>
          <p:cNvSpPr>
            <a:spLocks noGrp="1"/>
          </p:cNvSpPr>
          <p:nvPr>
            <p:ph type="sldNum" sz="quarter" idx="10"/>
          </p:nvPr>
        </p:nvSpPr>
        <p:spPr/>
        <p:txBody>
          <a:bodyPr/>
          <a:lstStyle>
            <a:lvl1pPr>
              <a:defRPr/>
            </a:lvl1pPr>
          </a:lstStyle>
          <a:p>
            <a:fld id="{3639CF14-5B0A-BB42-83F7-6826E051E1FB}" type="slidenum">
              <a:rPr lang="en-US" altLang="zh-CN"/>
              <a:pPr/>
              <a:t>‹#›</a:t>
            </a:fld>
            <a:endParaRPr lang="en-US" altLang="zh-CN"/>
          </a:p>
        </p:txBody>
      </p:sp>
      <p:sp>
        <p:nvSpPr>
          <p:cNvPr id="3" name="文本框 2">
            <a:extLst>
              <a:ext uri="{FF2B5EF4-FFF2-40B4-BE49-F238E27FC236}">
                <a16:creationId xmlns:a16="http://schemas.microsoft.com/office/drawing/2014/main" id="{B4E75516-2E58-82FD-A1ED-802D137BF048}"/>
              </a:ext>
            </a:extLst>
          </p:cNvPr>
          <p:cNvSpPr txBox="1">
            <a:spLocks noChangeArrowheads="1"/>
          </p:cNvSpPr>
          <p:nvPr userDrawn="1"/>
        </p:nvSpPr>
        <p:spPr bwMode="auto">
          <a:xfrm>
            <a:off x="8548966" y="0"/>
            <a:ext cx="595035"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递归</a:t>
            </a:r>
          </a:p>
        </p:txBody>
      </p:sp>
    </p:spTree>
    <p:extLst>
      <p:ext uri="{BB962C8B-B14F-4D97-AF65-F5344CB8AC3E}">
        <p14:creationId xmlns:p14="http://schemas.microsoft.com/office/powerpoint/2010/main" val="24316952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a:extLst>
              <a:ext uri="{FF2B5EF4-FFF2-40B4-BE49-F238E27FC236}">
                <a16:creationId xmlns:a16="http://schemas.microsoft.com/office/drawing/2014/main" id="{5A432509-0E79-B854-130B-167482B3E4B5}"/>
              </a:ext>
            </a:extLst>
          </p:cNvPr>
          <p:cNvSpPr>
            <a:spLocks noGrp="1"/>
          </p:cNvSpPr>
          <p:nvPr>
            <p:ph type="sldNum" sz="quarter" idx="10"/>
          </p:nvPr>
        </p:nvSpPr>
        <p:spPr/>
        <p:txBody>
          <a:bodyPr/>
          <a:lstStyle>
            <a:lvl1pPr>
              <a:defRPr/>
            </a:lvl1pPr>
          </a:lstStyle>
          <a:p>
            <a:fld id="{13390A3D-6BED-184C-83DA-24AD90D95467}" type="slidenum">
              <a:rPr lang="en-US" altLang="zh-CN"/>
              <a:pPr/>
              <a:t>‹#›</a:t>
            </a:fld>
            <a:endParaRPr lang="en-US" altLang="zh-CN"/>
          </a:p>
        </p:txBody>
      </p:sp>
      <p:sp>
        <p:nvSpPr>
          <p:cNvPr id="6" name="文本框 5">
            <a:extLst>
              <a:ext uri="{FF2B5EF4-FFF2-40B4-BE49-F238E27FC236}">
                <a16:creationId xmlns:a16="http://schemas.microsoft.com/office/drawing/2014/main" id="{762B742E-F80C-B623-C0AE-796F188A17C4}"/>
              </a:ext>
            </a:extLst>
          </p:cNvPr>
          <p:cNvSpPr txBox="1">
            <a:spLocks noChangeArrowheads="1"/>
          </p:cNvSpPr>
          <p:nvPr userDrawn="1"/>
        </p:nvSpPr>
        <p:spPr bwMode="auto">
          <a:xfrm>
            <a:off x="8548966" y="0"/>
            <a:ext cx="595035"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递归</a:t>
            </a:r>
          </a:p>
        </p:txBody>
      </p:sp>
    </p:spTree>
    <p:extLst>
      <p:ext uri="{BB962C8B-B14F-4D97-AF65-F5344CB8AC3E}">
        <p14:creationId xmlns:p14="http://schemas.microsoft.com/office/powerpoint/2010/main" val="117638464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5">
            <a:extLst>
              <a:ext uri="{FF2B5EF4-FFF2-40B4-BE49-F238E27FC236}">
                <a16:creationId xmlns:a16="http://schemas.microsoft.com/office/drawing/2014/main" id="{D48333AF-E43A-16DB-6D85-2170CC6D5FA1}"/>
              </a:ext>
            </a:extLst>
          </p:cNvPr>
          <p:cNvSpPr>
            <a:spLocks noGrp="1"/>
          </p:cNvSpPr>
          <p:nvPr>
            <p:ph type="ftr" sz="quarter" idx="10"/>
          </p:nvPr>
        </p:nvSpPr>
        <p:spPr>
          <a:xfrm>
            <a:off x="684213" y="6165850"/>
            <a:ext cx="7380287" cy="320675"/>
          </a:xfrm>
          <a:prstGeom prst="rect">
            <a:avLst/>
          </a:prstGeom>
        </p:spPr>
        <p:txBody>
          <a:bodyPr vert="horz" wrap="square" lIns="91440" tIns="45720" rIns="91440" bIns="45720" numCol="1" anchor="t" anchorCtr="0" compatLnSpc="1">
            <a:prstTxWarp prst="textNoShape">
              <a:avLst/>
            </a:prstTxWarp>
          </a:bodyPr>
          <a:lstStyle>
            <a:lvl1pPr>
              <a:defRPr/>
            </a:lvl1pPr>
          </a:lstStyle>
          <a:p>
            <a:r>
              <a:rPr lang="en-US" altLang="zh-CN"/>
              <a:t> </a:t>
            </a:r>
            <a:r>
              <a:rPr lang="zh-CN" altLang="en-US"/>
              <a:t> </a:t>
            </a:r>
            <a:r>
              <a:rPr lang="zh-CN" altLang="en-US">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坐标测量与定位</a:t>
            </a:r>
            <a:endParaRPr lang="en-US" altLang="zh-CN">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6" name="灯片编号占位符 4">
            <a:extLst>
              <a:ext uri="{FF2B5EF4-FFF2-40B4-BE49-F238E27FC236}">
                <a16:creationId xmlns:a16="http://schemas.microsoft.com/office/drawing/2014/main" id="{575B4AFC-81B4-23EA-082F-8A97DE17D1AB}"/>
              </a:ext>
            </a:extLst>
          </p:cNvPr>
          <p:cNvSpPr>
            <a:spLocks noGrp="1"/>
          </p:cNvSpPr>
          <p:nvPr>
            <p:ph type="sldNum" sz="quarter" idx="11"/>
          </p:nvPr>
        </p:nvSpPr>
        <p:spPr/>
        <p:txBody>
          <a:bodyPr/>
          <a:lstStyle>
            <a:lvl1pPr>
              <a:defRPr/>
            </a:lvl1pPr>
          </a:lstStyle>
          <a:p>
            <a:fld id="{D0749DF6-AA8F-3F4A-B6D4-DF372FA9E4D2}" type="slidenum">
              <a:rPr lang="en-US" altLang="zh-CN"/>
              <a:pPr/>
              <a:t>‹#›</a:t>
            </a:fld>
            <a:endParaRPr lang="en-US" altLang="zh-CN"/>
          </a:p>
        </p:txBody>
      </p:sp>
      <p:sp>
        <p:nvSpPr>
          <p:cNvPr id="7" name="文本框 6">
            <a:extLst>
              <a:ext uri="{FF2B5EF4-FFF2-40B4-BE49-F238E27FC236}">
                <a16:creationId xmlns:a16="http://schemas.microsoft.com/office/drawing/2014/main" id="{D97945BA-AEDA-5EDD-1F2D-62A8F1B78DB6}"/>
              </a:ext>
            </a:extLst>
          </p:cNvPr>
          <p:cNvSpPr txBox="1">
            <a:spLocks noChangeArrowheads="1"/>
          </p:cNvSpPr>
          <p:nvPr userDrawn="1"/>
        </p:nvSpPr>
        <p:spPr bwMode="auto">
          <a:xfrm>
            <a:off x="8548966" y="0"/>
            <a:ext cx="595035"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递归</a:t>
            </a:r>
          </a:p>
        </p:txBody>
      </p:sp>
    </p:spTree>
    <p:extLst>
      <p:ext uri="{BB962C8B-B14F-4D97-AF65-F5344CB8AC3E}">
        <p14:creationId xmlns:p14="http://schemas.microsoft.com/office/powerpoint/2010/main" val="47317346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4">
            <a:extLst>
              <a:ext uri="{FF2B5EF4-FFF2-40B4-BE49-F238E27FC236}">
                <a16:creationId xmlns:a16="http://schemas.microsoft.com/office/drawing/2014/main" id="{BF81A050-8110-CFE3-82CC-050D76267F51}"/>
              </a:ext>
            </a:extLst>
          </p:cNvPr>
          <p:cNvSpPr>
            <a:spLocks noGrp="1"/>
          </p:cNvSpPr>
          <p:nvPr>
            <p:ph type="ftr" sz="quarter" idx="10"/>
          </p:nvPr>
        </p:nvSpPr>
        <p:spPr>
          <a:xfrm>
            <a:off x="684213" y="6165850"/>
            <a:ext cx="7380287" cy="320675"/>
          </a:xfrm>
          <a:prstGeom prst="rect">
            <a:avLst/>
          </a:prstGeom>
        </p:spPr>
        <p:txBody>
          <a:bodyPr vert="horz" wrap="square" lIns="91440" tIns="45720" rIns="91440" bIns="45720" numCol="1" anchor="t" anchorCtr="0" compatLnSpc="1">
            <a:prstTxWarp prst="textNoShape">
              <a:avLst/>
            </a:prstTxWarp>
          </a:bodyPr>
          <a:lstStyle>
            <a:lvl1pPr>
              <a:defRPr/>
            </a:lvl1pPr>
          </a:lstStyle>
          <a:p>
            <a:r>
              <a:rPr lang="en-US" altLang="zh-CN"/>
              <a:t> </a:t>
            </a:r>
            <a:r>
              <a:rPr lang="zh-CN" altLang="en-US"/>
              <a:t> </a:t>
            </a:r>
            <a:r>
              <a:rPr lang="zh-CN" altLang="en-US">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坐标测量与定位</a:t>
            </a:r>
            <a:endParaRPr lang="en-US" altLang="zh-CN">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5" name="灯片编号占位符 4">
            <a:extLst>
              <a:ext uri="{FF2B5EF4-FFF2-40B4-BE49-F238E27FC236}">
                <a16:creationId xmlns:a16="http://schemas.microsoft.com/office/drawing/2014/main" id="{BF4CE45A-A473-2C08-61C4-156EDD58440C}"/>
              </a:ext>
            </a:extLst>
          </p:cNvPr>
          <p:cNvSpPr>
            <a:spLocks noGrp="1"/>
          </p:cNvSpPr>
          <p:nvPr>
            <p:ph type="sldNum" sz="quarter" idx="11"/>
          </p:nvPr>
        </p:nvSpPr>
        <p:spPr/>
        <p:txBody>
          <a:bodyPr/>
          <a:lstStyle>
            <a:lvl1pPr>
              <a:defRPr/>
            </a:lvl1pPr>
          </a:lstStyle>
          <a:p>
            <a:fld id="{0B27A98D-8B8D-8642-A134-505D286A7BF0}" type="slidenum">
              <a:rPr lang="en-US" altLang="zh-CN"/>
              <a:pPr/>
              <a:t>‹#›</a:t>
            </a:fld>
            <a:endParaRPr lang="en-US" altLang="zh-CN"/>
          </a:p>
        </p:txBody>
      </p:sp>
      <p:sp>
        <p:nvSpPr>
          <p:cNvPr id="6" name="文本框 5">
            <a:extLst>
              <a:ext uri="{FF2B5EF4-FFF2-40B4-BE49-F238E27FC236}">
                <a16:creationId xmlns:a16="http://schemas.microsoft.com/office/drawing/2014/main" id="{D3F7AC5D-A5EB-8F4F-1973-C442EED22D71}"/>
              </a:ext>
            </a:extLst>
          </p:cNvPr>
          <p:cNvSpPr txBox="1">
            <a:spLocks noChangeArrowheads="1"/>
          </p:cNvSpPr>
          <p:nvPr userDrawn="1"/>
        </p:nvSpPr>
        <p:spPr bwMode="auto">
          <a:xfrm>
            <a:off x="8548966" y="0"/>
            <a:ext cx="595035"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递归</a:t>
            </a:r>
          </a:p>
        </p:txBody>
      </p:sp>
    </p:spTree>
    <p:extLst>
      <p:ext uri="{BB962C8B-B14F-4D97-AF65-F5344CB8AC3E}">
        <p14:creationId xmlns:p14="http://schemas.microsoft.com/office/powerpoint/2010/main" val="156637778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67488" y="457200"/>
            <a:ext cx="2057400" cy="59166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95288" y="457200"/>
            <a:ext cx="6019800" cy="59166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4">
            <a:extLst>
              <a:ext uri="{FF2B5EF4-FFF2-40B4-BE49-F238E27FC236}">
                <a16:creationId xmlns:a16="http://schemas.microsoft.com/office/drawing/2014/main" id="{FD12E701-B55E-E941-1D43-27DF73A91699}"/>
              </a:ext>
            </a:extLst>
          </p:cNvPr>
          <p:cNvSpPr>
            <a:spLocks noGrp="1"/>
          </p:cNvSpPr>
          <p:nvPr>
            <p:ph type="ftr" sz="quarter" idx="10"/>
          </p:nvPr>
        </p:nvSpPr>
        <p:spPr>
          <a:xfrm>
            <a:off x="684213" y="6165850"/>
            <a:ext cx="7380287" cy="320675"/>
          </a:xfrm>
          <a:prstGeom prst="rect">
            <a:avLst/>
          </a:prstGeom>
        </p:spPr>
        <p:txBody>
          <a:bodyPr vert="horz" wrap="square" lIns="91440" tIns="45720" rIns="91440" bIns="45720" numCol="1" anchor="t" anchorCtr="0" compatLnSpc="1">
            <a:prstTxWarp prst="textNoShape">
              <a:avLst/>
            </a:prstTxWarp>
          </a:bodyPr>
          <a:lstStyle>
            <a:lvl1pPr>
              <a:defRPr/>
            </a:lvl1pPr>
          </a:lstStyle>
          <a:p>
            <a:r>
              <a:rPr lang="en-US" altLang="zh-CN"/>
              <a:t> </a:t>
            </a:r>
            <a:r>
              <a:rPr lang="zh-CN" altLang="en-US"/>
              <a:t> </a:t>
            </a:r>
            <a:r>
              <a:rPr lang="zh-CN" altLang="en-US">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坐标测量与定位</a:t>
            </a:r>
            <a:endParaRPr lang="en-US" altLang="zh-CN">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5" name="灯片编号占位符 4">
            <a:extLst>
              <a:ext uri="{FF2B5EF4-FFF2-40B4-BE49-F238E27FC236}">
                <a16:creationId xmlns:a16="http://schemas.microsoft.com/office/drawing/2014/main" id="{F240B0EB-58E2-221A-FC86-99F51990FB12}"/>
              </a:ext>
            </a:extLst>
          </p:cNvPr>
          <p:cNvSpPr>
            <a:spLocks noGrp="1"/>
          </p:cNvSpPr>
          <p:nvPr>
            <p:ph type="sldNum" sz="quarter" idx="11"/>
          </p:nvPr>
        </p:nvSpPr>
        <p:spPr/>
        <p:txBody>
          <a:bodyPr/>
          <a:lstStyle>
            <a:lvl1pPr>
              <a:defRPr/>
            </a:lvl1pPr>
          </a:lstStyle>
          <a:p>
            <a:fld id="{50BFA070-9A62-D84C-BE78-1A69ABD11748}" type="slidenum">
              <a:rPr lang="en-US" altLang="zh-CN"/>
              <a:pPr/>
              <a:t>‹#›</a:t>
            </a:fld>
            <a:endParaRPr lang="en-US" altLang="zh-CN"/>
          </a:p>
        </p:txBody>
      </p:sp>
      <p:sp>
        <p:nvSpPr>
          <p:cNvPr id="6" name="文本框 5">
            <a:extLst>
              <a:ext uri="{FF2B5EF4-FFF2-40B4-BE49-F238E27FC236}">
                <a16:creationId xmlns:a16="http://schemas.microsoft.com/office/drawing/2014/main" id="{3CBA7E09-8446-C57B-6AEC-32343A388E30}"/>
              </a:ext>
            </a:extLst>
          </p:cNvPr>
          <p:cNvSpPr txBox="1">
            <a:spLocks noChangeArrowheads="1"/>
          </p:cNvSpPr>
          <p:nvPr userDrawn="1"/>
        </p:nvSpPr>
        <p:spPr bwMode="auto">
          <a:xfrm>
            <a:off x="8548966" y="0"/>
            <a:ext cx="595035"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递归</a:t>
            </a:r>
          </a:p>
        </p:txBody>
      </p:sp>
    </p:spTree>
    <p:extLst>
      <p:ext uri="{BB962C8B-B14F-4D97-AF65-F5344CB8AC3E}">
        <p14:creationId xmlns:p14="http://schemas.microsoft.com/office/powerpoint/2010/main" val="355985944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95288" y="457200"/>
            <a:ext cx="8229600" cy="59166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页脚占位符 3">
            <a:extLst>
              <a:ext uri="{FF2B5EF4-FFF2-40B4-BE49-F238E27FC236}">
                <a16:creationId xmlns:a16="http://schemas.microsoft.com/office/drawing/2014/main" id="{CF9D44BA-7B36-9F81-D88E-4A7174E5EC7A}"/>
              </a:ext>
            </a:extLst>
          </p:cNvPr>
          <p:cNvSpPr>
            <a:spLocks noGrp="1"/>
          </p:cNvSpPr>
          <p:nvPr>
            <p:ph type="ftr" sz="quarter" idx="10"/>
          </p:nvPr>
        </p:nvSpPr>
        <p:spPr>
          <a:xfrm>
            <a:off x="684213" y="6165850"/>
            <a:ext cx="7380287" cy="320675"/>
          </a:xfrm>
          <a:prstGeom prst="rect">
            <a:avLst/>
          </a:prstGeom>
        </p:spPr>
        <p:txBody>
          <a:bodyPr vert="horz" wrap="square" lIns="91440" tIns="45720" rIns="91440" bIns="45720" numCol="1" anchor="t" anchorCtr="0" compatLnSpc="1">
            <a:prstTxWarp prst="textNoShape">
              <a:avLst/>
            </a:prstTxWarp>
          </a:bodyPr>
          <a:lstStyle>
            <a:lvl1pPr>
              <a:defRPr/>
            </a:lvl1pPr>
          </a:lstStyle>
          <a:p>
            <a:r>
              <a:rPr lang="en-US" altLang="zh-CN"/>
              <a:t> </a:t>
            </a:r>
            <a:r>
              <a:rPr lang="zh-CN" altLang="en-US"/>
              <a:t> </a:t>
            </a:r>
            <a:r>
              <a:rPr lang="zh-CN" altLang="en-US">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坐标测量与定位</a:t>
            </a:r>
            <a:endParaRPr lang="en-US" altLang="zh-CN">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4" name="灯片编号占位符 4">
            <a:extLst>
              <a:ext uri="{FF2B5EF4-FFF2-40B4-BE49-F238E27FC236}">
                <a16:creationId xmlns:a16="http://schemas.microsoft.com/office/drawing/2014/main" id="{013BB0B3-23DA-185B-F30A-4806FA431523}"/>
              </a:ext>
            </a:extLst>
          </p:cNvPr>
          <p:cNvSpPr>
            <a:spLocks noGrp="1"/>
          </p:cNvSpPr>
          <p:nvPr>
            <p:ph type="sldNum" sz="quarter" idx="11"/>
          </p:nvPr>
        </p:nvSpPr>
        <p:spPr/>
        <p:txBody>
          <a:bodyPr/>
          <a:lstStyle>
            <a:lvl1pPr>
              <a:defRPr/>
            </a:lvl1pPr>
          </a:lstStyle>
          <a:p>
            <a:fld id="{3B726A47-AFFB-2141-94C0-06A3C352D7CA}" type="slidenum">
              <a:rPr lang="en-US" altLang="zh-CN"/>
              <a:pPr/>
              <a:t>‹#›</a:t>
            </a:fld>
            <a:endParaRPr lang="en-US" altLang="zh-CN"/>
          </a:p>
        </p:txBody>
      </p:sp>
      <p:sp>
        <p:nvSpPr>
          <p:cNvPr id="5" name="文本框 4">
            <a:extLst>
              <a:ext uri="{FF2B5EF4-FFF2-40B4-BE49-F238E27FC236}">
                <a16:creationId xmlns:a16="http://schemas.microsoft.com/office/drawing/2014/main" id="{4334D140-14AE-E995-F27F-DDEA4BB0AD02}"/>
              </a:ext>
            </a:extLst>
          </p:cNvPr>
          <p:cNvSpPr txBox="1">
            <a:spLocks noChangeArrowheads="1"/>
          </p:cNvSpPr>
          <p:nvPr userDrawn="1"/>
        </p:nvSpPr>
        <p:spPr bwMode="auto">
          <a:xfrm>
            <a:off x="8548966" y="0"/>
            <a:ext cx="595035" cy="338554"/>
          </a:xfrm>
          <a:prstGeom prst="rect">
            <a:avLst/>
          </a:prstGeom>
          <a:noFill/>
          <a:ln>
            <a:noFill/>
          </a:ln>
        </p:spPr>
        <p:txBody>
          <a:bodyPr wrap="none">
            <a:spAutoFit/>
          </a:bodyPr>
          <a:lstStyle/>
          <a:p>
            <a:pPr lvl="0" algn="r">
              <a:buNone/>
            </a:pPr>
            <a:r>
              <a:rPr lang="zh-CN" altLang="en-US" sz="1600" dirty="0">
                <a:latin typeface="微软雅黑" panose="020B0503020204020204" pitchFamily="34" charset="-122"/>
                <a:ea typeface="微软雅黑" panose="020B0503020204020204" pitchFamily="34" charset="-122"/>
              </a:rPr>
              <a:t>递归</a:t>
            </a:r>
          </a:p>
        </p:txBody>
      </p:sp>
    </p:spTree>
    <p:extLst>
      <p:ext uri="{BB962C8B-B14F-4D97-AF65-F5344CB8AC3E}">
        <p14:creationId xmlns:p14="http://schemas.microsoft.com/office/powerpoint/2010/main" val="2587647403"/>
      </p:ext>
    </p:extLst>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http://www.tju.edu.cn/yx/images/badge.gif"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a:extLst>
              <a:ext uri="{FF2B5EF4-FFF2-40B4-BE49-F238E27FC236}">
                <a16:creationId xmlns:a16="http://schemas.microsoft.com/office/drawing/2014/main" id="{C7FEAE02-F209-B9E9-2143-F78B5D4A8267}"/>
              </a:ext>
            </a:extLst>
          </p:cNvPr>
          <p:cNvSpPr>
            <a:spLocks noChangeArrowheads="1"/>
          </p:cNvSpPr>
          <p:nvPr/>
        </p:nvSpPr>
        <p:spPr bwMode="gray">
          <a:xfrm>
            <a:off x="655638" y="360363"/>
            <a:ext cx="8497887" cy="719137"/>
          </a:xfrm>
          <a:prstGeom prst="rect">
            <a:avLst/>
          </a:prstGeom>
          <a:solidFill>
            <a:schemeClr val="folHlink"/>
          </a:solidFill>
          <a:ln>
            <a:noFill/>
          </a:ln>
        </p:spPr>
        <p:txBody>
          <a:bodyP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027" name="Rectangle 3">
            <a:extLst>
              <a:ext uri="{FF2B5EF4-FFF2-40B4-BE49-F238E27FC236}">
                <a16:creationId xmlns:a16="http://schemas.microsoft.com/office/drawing/2014/main" id="{34DBA210-65C3-CA86-BD00-8EB2540150C9}"/>
              </a:ext>
            </a:extLst>
          </p:cNvPr>
          <p:cNvSpPr>
            <a:spLocks noGrp="1" noChangeArrowheads="1"/>
          </p:cNvSpPr>
          <p:nvPr>
            <p:ph type="body" idx="1"/>
          </p:nvPr>
        </p:nvSpPr>
        <p:spPr bwMode="auto">
          <a:xfrm>
            <a:off x="395288" y="1125538"/>
            <a:ext cx="82296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28" name="Rectangle 2">
            <a:extLst>
              <a:ext uri="{FF2B5EF4-FFF2-40B4-BE49-F238E27FC236}">
                <a16:creationId xmlns:a16="http://schemas.microsoft.com/office/drawing/2014/main" id="{1B0F3DA1-B32B-481C-DA80-C81F3D943973}"/>
              </a:ext>
            </a:extLst>
          </p:cNvPr>
          <p:cNvSpPr>
            <a:spLocks noGrp="1" noChangeArrowheads="1"/>
          </p:cNvSpPr>
          <p:nvPr>
            <p:ph type="title"/>
          </p:nvPr>
        </p:nvSpPr>
        <p:spPr bwMode="white">
          <a:xfrm>
            <a:off x="1143000" y="457200"/>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Rectangle 24">
            <a:extLst>
              <a:ext uri="{FF2B5EF4-FFF2-40B4-BE49-F238E27FC236}">
                <a16:creationId xmlns:a16="http://schemas.microsoft.com/office/drawing/2014/main" id="{465E2450-C6C1-7264-39F7-D4786FA57AB7}"/>
              </a:ext>
            </a:extLst>
          </p:cNvPr>
          <p:cNvSpPr>
            <a:spLocks noChangeArrowheads="1"/>
          </p:cNvSpPr>
          <p:nvPr/>
        </p:nvSpPr>
        <p:spPr bwMode="gray">
          <a:xfrm>
            <a:off x="0" y="719138"/>
            <a:ext cx="328613" cy="361950"/>
          </a:xfrm>
          <a:prstGeom prst="rect">
            <a:avLst/>
          </a:prstGeom>
          <a:solidFill>
            <a:schemeClr val="hlink"/>
          </a:solidFill>
          <a:ln>
            <a:noFill/>
          </a:ln>
        </p:spPr>
        <p:txBody>
          <a:bodyPr wrap="none" anchor="ct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031" name="Rectangle 25">
            <a:extLst>
              <a:ext uri="{FF2B5EF4-FFF2-40B4-BE49-F238E27FC236}">
                <a16:creationId xmlns:a16="http://schemas.microsoft.com/office/drawing/2014/main" id="{4D9382C4-E326-B972-6E1F-DD0D910EDBAF}"/>
              </a:ext>
            </a:extLst>
          </p:cNvPr>
          <p:cNvSpPr>
            <a:spLocks noChangeArrowheads="1"/>
          </p:cNvSpPr>
          <p:nvPr/>
        </p:nvSpPr>
        <p:spPr bwMode="gray">
          <a:xfrm>
            <a:off x="328613" y="357188"/>
            <a:ext cx="328612" cy="361950"/>
          </a:xfrm>
          <a:prstGeom prst="rect">
            <a:avLst/>
          </a:prstGeom>
          <a:solidFill>
            <a:schemeClr val="hlink"/>
          </a:solidFill>
          <a:ln>
            <a:noFill/>
          </a:ln>
        </p:spPr>
        <p:txBody>
          <a:bodyPr wrap="none" anchor="ct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032" name="Rectangle 26">
            <a:extLst>
              <a:ext uri="{FF2B5EF4-FFF2-40B4-BE49-F238E27FC236}">
                <a16:creationId xmlns:a16="http://schemas.microsoft.com/office/drawing/2014/main" id="{D72933C0-4960-D688-24EC-A4237BE1BCA1}"/>
              </a:ext>
            </a:extLst>
          </p:cNvPr>
          <p:cNvSpPr>
            <a:spLocks noChangeArrowheads="1"/>
          </p:cNvSpPr>
          <p:nvPr/>
        </p:nvSpPr>
        <p:spPr bwMode="gray">
          <a:xfrm>
            <a:off x="657225" y="0"/>
            <a:ext cx="328613" cy="361950"/>
          </a:xfrm>
          <a:prstGeom prst="rect">
            <a:avLst/>
          </a:prstGeom>
          <a:solidFill>
            <a:schemeClr val="hlink"/>
          </a:solidFill>
          <a:ln>
            <a:noFill/>
          </a:ln>
        </p:spPr>
        <p:txBody>
          <a:bodyPr wrap="none" anchor="ct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033" name="Rectangle 28">
            <a:extLst>
              <a:ext uri="{FF2B5EF4-FFF2-40B4-BE49-F238E27FC236}">
                <a16:creationId xmlns:a16="http://schemas.microsoft.com/office/drawing/2014/main" id="{EC6926C1-76C9-88BE-8B9D-78EEAC14A954}"/>
              </a:ext>
            </a:extLst>
          </p:cNvPr>
          <p:cNvSpPr>
            <a:spLocks noChangeArrowheads="1"/>
          </p:cNvSpPr>
          <p:nvPr/>
        </p:nvSpPr>
        <p:spPr bwMode="gray">
          <a:xfrm>
            <a:off x="657225" y="361950"/>
            <a:ext cx="328613" cy="361950"/>
          </a:xfrm>
          <a:prstGeom prst="rect">
            <a:avLst/>
          </a:prstGeom>
          <a:solidFill>
            <a:schemeClr val="accent2"/>
          </a:solidFill>
          <a:ln>
            <a:noFill/>
          </a:ln>
        </p:spPr>
        <p:txBody>
          <a:bodyPr wrap="none" anchor="ct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sp>
        <p:nvSpPr>
          <p:cNvPr id="1034" name="Rectangle 29">
            <a:extLst>
              <a:ext uri="{FF2B5EF4-FFF2-40B4-BE49-F238E27FC236}">
                <a16:creationId xmlns:a16="http://schemas.microsoft.com/office/drawing/2014/main" id="{404AFCC9-426F-841E-0211-6FFB11659250}"/>
              </a:ext>
            </a:extLst>
          </p:cNvPr>
          <p:cNvSpPr>
            <a:spLocks noChangeArrowheads="1"/>
          </p:cNvSpPr>
          <p:nvPr/>
        </p:nvSpPr>
        <p:spPr bwMode="gray">
          <a:xfrm>
            <a:off x="328613" y="719138"/>
            <a:ext cx="328612" cy="361950"/>
          </a:xfrm>
          <a:prstGeom prst="rect">
            <a:avLst/>
          </a:prstGeom>
          <a:solidFill>
            <a:schemeClr val="accent2"/>
          </a:solidFill>
          <a:ln>
            <a:noFill/>
          </a:ln>
        </p:spPr>
        <p:txBody>
          <a:bodyPr wrap="none" anchor="ctr"/>
          <a:lstStyle>
            <a:lvl1pPr>
              <a:defRPr sz="2400">
                <a:solidFill>
                  <a:schemeClr val="tx1"/>
                </a:solidFill>
                <a:latin typeface="Times New Roman" panose="02020603050405020304" pitchFamily="18" charset="0"/>
                <a:ea typeface="楷体_GB2312"/>
                <a:cs typeface="楷体_GB2312"/>
              </a:defRPr>
            </a:lvl1pPr>
            <a:lvl2pPr marL="742950" indent="-285750">
              <a:defRPr sz="2400">
                <a:solidFill>
                  <a:schemeClr val="tx1"/>
                </a:solidFill>
                <a:latin typeface="Times New Roman" panose="02020603050405020304" pitchFamily="18" charset="0"/>
                <a:ea typeface="楷体_GB2312"/>
                <a:cs typeface="楷体_GB2312"/>
              </a:defRPr>
            </a:lvl2pPr>
            <a:lvl3pPr marL="1143000" indent="-228600">
              <a:defRPr sz="2400">
                <a:solidFill>
                  <a:schemeClr val="tx1"/>
                </a:solidFill>
                <a:latin typeface="Times New Roman" panose="02020603050405020304" pitchFamily="18" charset="0"/>
                <a:ea typeface="楷体_GB2312"/>
                <a:cs typeface="楷体_GB2312"/>
              </a:defRPr>
            </a:lvl3pPr>
            <a:lvl4pPr marL="1600200" indent="-228600">
              <a:defRPr sz="2400">
                <a:solidFill>
                  <a:schemeClr val="tx1"/>
                </a:solidFill>
                <a:latin typeface="Times New Roman" panose="02020603050405020304" pitchFamily="18" charset="0"/>
                <a:ea typeface="楷体_GB2312"/>
                <a:cs typeface="楷体_GB2312"/>
              </a:defRPr>
            </a:lvl4pPr>
            <a:lvl5pPr marL="2057400" indent="-228600">
              <a:defRPr sz="2400">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a:cs typeface="楷体_GB2312"/>
              </a:defRPr>
            </a:lvl9pPr>
          </a:lstStyle>
          <a:p>
            <a:pPr>
              <a:defRPr/>
            </a:pPr>
            <a:endParaRPr lang="zh-CN" altLang="en-US"/>
          </a:p>
        </p:txBody>
      </p:sp>
      <p:pic>
        <p:nvPicPr>
          <p:cNvPr id="3" name="Picture 31" descr="http://www.tju.edu.cn/yx/images/badge.gif">
            <a:extLst>
              <a:ext uri="{FF2B5EF4-FFF2-40B4-BE49-F238E27FC236}">
                <a16:creationId xmlns:a16="http://schemas.microsoft.com/office/drawing/2014/main" id="{10D7B514-644B-1BAA-6D3B-6CE9F7586D79}"/>
              </a:ext>
            </a:extLst>
          </p:cNvPr>
          <p:cNvPicPr>
            <a:picLocks noChangeAspect="1" noChangeArrowheads="1"/>
          </p:cNvPicPr>
          <p:nvPr/>
        </p:nvPicPr>
        <p:blipFill>
          <a:blip r:embed="rId14" r:link="rId15">
            <a:extLst>
              <a:ext uri="{28A0092B-C50C-407E-A947-70E740481C1C}">
                <a14:useLocalDpi xmlns:a14="http://schemas.microsoft.com/office/drawing/2010/main" val="0"/>
              </a:ext>
            </a:extLst>
          </a:blip>
          <a:srcRect/>
          <a:stretch>
            <a:fillRect/>
          </a:stretch>
        </p:blipFill>
        <p:spPr bwMode="auto">
          <a:xfrm>
            <a:off x="0" y="0"/>
            <a:ext cx="792163"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4">
            <a:extLst>
              <a:ext uri="{FF2B5EF4-FFF2-40B4-BE49-F238E27FC236}">
                <a16:creationId xmlns:a16="http://schemas.microsoft.com/office/drawing/2014/main" id="{B0D752A2-A736-C2D4-3189-384A3219CC91}"/>
              </a:ext>
            </a:extLst>
          </p:cNvPr>
          <p:cNvSpPr>
            <a:spLocks noGrp="1"/>
          </p:cNvSpPr>
          <p:nvPr>
            <p:ph type="sldNum" sz="quarter" idx="4"/>
          </p:nvPr>
        </p:nvSpPr>
        <p:spPr>
          <a:xfrm>
            <a:off x="8496300" y="6513513"/>
            <a:ext cx="647700" cy="320675"/>
          </a:xfrm>
          <a:prstGeom prst="rect">
            <a:avLst/>
          </a:prstGeom>
          <a:noFill/>
          <a:ln/>
        </p:spPr>
        <p:txBody>
          <a:bodyPr vert="horz" wrap="square" lIns="91440" tIns="45720" rIns="91440" bIns="45720" numCol="1" anchor="t" anchorCtr="0" compatLnSpc="1">
            <a:prstTxWarp prst="textNoShape">
              <a:avLst/>
            </a:prstTxWarp>
          </a:bodyPr>
          <a:lstStyle>
            <a:lvl1pPr>
              <a:defRPr sz="1600">
                <a:latin typeface="Lucida Sans Unicode" panose="020B0602030504020204" pitchFamily="34" charset="0"/>
                <a:ea typeface="宋体" panose="02010600030101010101" pitchFamily="2" charset="-122"/>
              </a:defRPr>
            </a:lvl1pPr>
          </a:lstStyle>
          <a:p>
            <a:fld id="{0516A452-632D-F14F-9791-F352C2D23FFB}"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87" r:id="rId1"/>
    <p:sldLayoutId id="2147483780" r:id="rId2"/>
    <p:sldLayoutId id="2147483781" r:id="rId3"/>
    <p:sldLayoutId id="2147483782" r:id="rId4"/>
    <p:sldLayoutId id="2147483783" r:id="rId5"/>
    <p:sldLayoutId id="2147483784" r:id="rId6"/>
    <p:sldLayoutId id="2147483785" r:id="rId7"/>
    <p:sldLayoutId id="2147483786" r:id="rId8"/>
    <p:sldLayoutId id="2147483788" r:id="rId9"/>
    <p:sldLayoutId id="2147483789" r:id="rId10"/>
    <p:sldLayoutId id="2147483790" r:id="rId11"/>
    <p:sldLayoutId id="2147483791" r:id="rId12"/>
  </p:sldLayoutIdLst>
  <p:transition>
    <p:fade/>
  </p:transition>
  <p:hf hdr="0" ftr="0" dt="0"/>
  <p:txStyles>
    <p:title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p:titleStyle>
    <p:bodyStyle>
      <a:lvl1pPr marL="342900" indent="-342900" algn="l" rtl="0" eaLnBrk="0" fontAlgn="base" hangingPunct="0">
        <a:spcBef>
          <a:spcPct val="20000"/>
        </a:spcBef>
        <a:spcAft>
          <a:spcPct val="0"/>
        </a:spcAft>
        <a:buClr>
          <a:srgbClr val="0033CC"/>
        </a:buClr>
        <a:buFont typeface="Wingdings" pitchFamily="2" charset="2"/>
        <a:buChar char="Ø"/>
        <a:defRPr sz="2800" b="1">
          <a:solidFill>
            <a:srgbClr val="000099"/>
          </a:solidFill>
          <a:latin typeface="+mn-lt"/>
          <a:ea typeface="+mn-ea"/>
          <a:cs typeface="楷体_GB2312"/>
        </a:defRPr>
      </a:lvl1pPr>
      <a:lvl2pPr marL="742950" indent="-285750" algn="l" rtl="0" eaLnBrk="0" fontAlgn="base" hangingPunct="0">
        <a:spcBef>
          <a:spcPct val="20000"/>
        </a:spcBef>
        <a:spcAft>
          <a:spcPct val="0"/>
        </a:spcAft>
        <a:buClr>
          <a:schemeClr val="accent1"/>
        </a:buClr>
        <a:buFont typeface="Wingdings" pitchFamily="2" charset="2"/>
        <a:buChar char="l"/>
        <a:defRPr sz="2800" b="1">
          <a:solidFill>
            <a:srgbClr val="000099"/>
          </a:solidFill>
          <a:latin typeface="+mn-lt"/>
          <a:ea typeface="+mn-ea"/>
          <a:cs typeface="楷体_GB2312"/>
        </a:defRPr>
      </a:lvl2pPr>
      <a:lvl3pPr marL="1143000" indent="-228600" algn="l" rtl="0" eaLnBrk="0" fontAlgn="base" hangingPunct="0">
        <a:spcBef>
          <a:spcPct val="20000"/>
        </a:spcBef>
        <a:spcAft>
          <a:spcPct val="0"/>
        </a:spcAft>
        <a:buClr>
          <a:srgbClr val="0033CC"/>
        </a:buClr>
        <a:buChar char="•"/>
        <a:defRPr sz="2400" b="1">
          <a:solidFill>
            <a:srgbClr val="000099"/>
          </a:solidFill>
          <a:latin typeface="+mn-lt"/>
          <a:ea typeface="+mn-ea"/>
          <a:cs typeface="楷体_GB2312"/>
        </a:defRPr>
      </a:lvl3pPr>
      <a:lvl4pPr marL="1600200" indent="-228600" algn="l" rtl="0" eaLnBrk="0" fontAlgn="base" hangingPunct="0">
        <a:spcBef>
          <a:spcPct val="20000"/>
        </a:spcBef>
        <a:spcAft>
          <a:spcPct val="0"/>
        </a:spcAft>
        <a:buChar char="–"/>
        <a:defRPr sz="2000" b="1">
          <a:solidFill>
            <a:srgbClr val="000099"/>
          </a:solidFill>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0099"/>
          </a:solidFill>
          <a:latin typeface="+mn-lt"/>
          <a:ea typeface="+mn-ea"/>
          <a:cs typeface="楷体_GB2312"/>
        </a:defRPr>
      </a:lvl5pPr>
      <a:lvl6pPr marL="2514600" indent="-228600" algn="l" rtl="0" eaLnBrk="1" fontAlgn="base" hangingPunct="1">
        <a:spcBef>
          <a:spcPct val="20000"/>
        </a:spcBef>
        <a:spcAft>
          <a:spcPct val="0"/>
        </a:spcAft>
        <a:buChar char="»"/>
        <a:defRPr sz="2000" b="1">
          <a:solidFill>
            <a:srgbClr val="000099"/>
          </a:solidFill>
          <a:latin typeface="+mn-lt"/>
          <a:ea typeface="+mn-ea"/>
        </a:defRPr>
      </a:lvl6pPr>
      <a:lvl7pPr marL="2971800" indent="-228600" algn="l" rtl="0" eaLnBrk="1" fontAlgn="base" hangingPunct="1">
        <a:spcBef>
          <a:spcPct val="20000"/>
        </a:spcBef>
        <a:spcAft>
          <a:spcPct val="0"/>
        </a:spcAft>
        <a:buChar char="»"/>
        <a:defRPr sz="2000" b="1">
          <a:solidFill>
            <a:srgbClr val="000099"/>
          </a:solidFill>
          <a:latin typeface="+mn-lt"/>
          <a:ea typeface="+mn-ea"/>
        </a:defRPr>
      </a:lvl7pPr>
      <a:lvl8pPr marL="3429000" indent="-228600" algn="l" rtl="0" eaLnBrk="1" fontAlgn="base" hangingPunct="1">
        <a:spcBef>
          <a:spcPct val="20000"/>
        </a:spcBef>
        <a:spcAft>
          <a:spcPct val="0"/>
        </a:spcAft>
        <a:buChar char="»"/>
        <a:defRPr sz="2000" b="1">
          <a:solidFill>
            <a:srgbClr val="000099"/>
          </a:solidFill>
          <a:latin typeface="+mn-lt"/>
          <a:ea typeface="+mn-ea"/>
        </a:defRPr>
      </a:lvl8pPr>
      <a:lvl9pPr marL="3886200" indent="-228600" algn="l" rtl="0" eaLnBrk="1" fontAlgn="base" hangingPunct="1">
        <a:spcBef>
          <a:spcPct val="20000"/>
        </a:spcBef>
        <a:spcAft>
          <a:spcPct val="0"/>
        </a:spcAft>
        <a:buChar char="»"/>
        <a:defRPr sz="2000" b="1">
          <a:solidFill>
            <a:srgbClr val="000099"/>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e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5.e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7.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6.emf"/><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8.emf"/><Relationship Id="rId4"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9.emf"/><Relationship Id="rId4"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2.bin"/><Relationship Id="rId5" Type="http://schemas.openxmlformats.org/officeDocument/2006/relationships/image" Target="../media/image10.emf"/><Relationship Id="rId4"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4.bin"/><Relationship Id="rId5" Type="http://schemas.openxmlformats.org/officeDocument/2006/relationships/image" Target="../media/image9.emf"/><Relationship Id="rId4" Type="http://schemas.openxmlformats.org/officeDocument/2006/relationships/oleObject" Target="../embeddings/oleObject13.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6.bin"/><Relationship Id="rId5" Type="http://schemas.openxmlformats.org/officeDocument/2006/relationships/image" Target="../media/image11.emf"/><Relationship Id="rId4" Type="http://schemas.openxmlformats.org/officeDocument/2006/relationships/oleObject" Target="../embeddings/oleObject15.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8.bin"/><Relationship Id="rId5" Type="http://schemas.openxmlformats.org/officeDocument/2006/relationships/image" Target="../media/image6.emf"/><Relationship Id="rId4" Type="http://schemas.openxmlformats.org/officeDocument/2006/relationships/oleObject" Target="../embeddings/oleObject17.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20.bin"/><Relationship Id="rId5" Type="http://schemas.openxmlformats.org/officeDocument/2006/relationships/image" Target="../media/image5.emf"/><Relationship Id="rId4" Type="http://schemas.openxmlformats.org/officeDocument/2006/relationships/oleObject" Target="../embeddings/oleObject19.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22.bin"/><Relationship Id="rId5" Type="http://schemas.openxmlformats.org/officeDocument/2006/relationships/image" Target="../media/image12.emf"/><Relationship Id="rId4" Type="http://schemas.openxmlformats.org/officeDocument/2006/relationships/oleObject" Target="../embeddings/oleObject21.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13.emf"/><Relationship Id="rId4" Type="http://schemas.openxmlformats.org/officeDocument/2006/relationships/oleObject" Target="../embeddings/oleObject23.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15.emf"/><Relationship Id="rId4" Type="http://schemas.openxmlformats.org/officeDocument/2006/relationships/oleObject" Target="../embeddings/oleObject24.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19.emf"/><Relationship Id="rId4" Type="http://schemas.openxmlformats.org/officeDocument/2006/relationships/oleObject" Target="../embeddings/oleObject25.bin"/></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0A1EF1FB-B28C-575C-8721-CA37627D7247}"/>
              </a:ext>
            </a:extLst>
          </p:cNvPr>
          <p:cNvSpPr>
            <a:spLocks noGrp="1" noChangeArrowheads="1"/>
          </p:cNvSpPr>
          <p:nvPr>
            <p:ph type="ctrTitle"/>
          </p:nvPr>
        </p:nvSpPr>
        <p:spPr>
          <a:xfrm>
            <a:off x="609600" y="2209800"/>
            <a:ext cx="8229600" cy="1066800"/>
          </a:xfrm>
        </p:spPr>
        <p:txBody>
          <a:bodyPr/>
          <a:lstStyle/>
          <a:p>
            <a:r>
              <a:rPr lang="zh-CN" altLang="en-US" sz="4800">
                <a:latin typeface="微软雅黑" panose="020B0503020204020204" pitchFamily="34" charset="-122"/>
                <a:ea typeface="微软雅黑" panose="020B0503020204020204" pitchFamily="34" charset="-122"/>
              </a:rPr>
              <a:t>程序设计原理</a:t>
            </a:r>
          </a:p>
        </p:txBody>
      </p:sp>
      <p:sp>
        <p:nvSpPr>
          <p:cNvPr id="7172" name="文本框 1">
            <a:extLst>
              <a:ext uri="{FF2B5EF4-FFF2-40B4-BE49-F238E27FC236}">
                <a16:creationId xmlns:a16="http://schemas.microsoft.com/office/drawing/2014/main" id="{B70E49EC-CCEE-BB8B-F622-E85DCB54BC4A}"/>
              </a:ext>
            </a:extLst>
          </p:cNvPr>
          <p:cNvSpPr txBox="1">
            <a:spLocks noChangeArrowheads="1"/>
          </p:cNvSpPr>
          <p:nvPr/>
        </p:nvSpPr>
        <p:spPr bwMode="auto">
          <a:xfrm>
            <a:off x="4324292" y="3198813"/>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lgn="ctr">
              <a:spcBef>
                <a:spcPct val="0"/>
              </a:spcBef>
              <a:buClrTx/>
              <a:buFontTx/>
              <a:buNone/>
            </a:pPr>
            <a:r>
              <a:rPr lang="zh-CN" altLang="en-US" sz="2400" dirty="0">
                <a:solidFill>
                  <a:schemeClr val="bg1"/>
                </a:solidFill>
                <a:latin typeface="微软雅黑" panose="020B0503020204020204" pitchFamily="34" charset="-122"/>
                <a:ea typeface="微软雅黑" panose="020B0503020204020204" pitchFamily="34" charset="-122"/>
              </a:rPr>
              <a:t>递归</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B275FBB6-4EBA-4328-B713-C61583474BB7}"/>
              </a:ext>
            </a:extLst>
          </p:cNvPr>
          <p:cNvSpPr>
            <a:spLocks noChangeArrowheads="1"/>
          </p:cNvSpPr>
          <p:nvPr/>
        </p:nvSpPr>
        <p:spPr bwMode="auto">
          <a:xfrm>
            <a:off x="2895600" y="4267200"/>
            <a:ext cx="3657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panose="02010609030101010101" pitchFamily="49" charset="-122"/>
                <a:ea typeface="楷体_GB2312" panose="02010609030101010101" pitchFamily="49" charset="-122"/>
              </a:defRPr>
            </a:lvl1pPr>
            <a:lvl2pPr marL="742950" indent="-285750">
              <a:spcBef>
                <a:spcPct val="20000"/>
              </a:spcBef>
              <a:buClr>
                <a:schemeClr val="accent1"/>
              </a:buClr>
              <a:buFont typeface="Wingdings" pitchFamily="2" charset="2"/>
              <a:buChar char="l"/>
              <a:defRPr sz="2800" b="1">
                <a:solidFill>
                  <a:srgbClr val="000099"/>
                </a:solidFill>
                <a:latin typeface="楷体_GB2312" panose="02010609030101010101" pitchFamily="49" charset="-122"/>
                <a:ea typeface="楷体_GB2312" panose="02010609030101010101" pitchFamily="49" charset="-122"/>
              </a:defRPr>
            </a:lvl2pPr>
            <a:lvl3pPr marL="1143000" indent="-228600">
              <a:spcBef>
                <a:spcPct val="20000"/>
              </a:spcBef>
              <a:buClr>
                <a:srgbClr val="0033CC"/>
              </a:buClr>
              <a:buChar char="•"/>
              <a:defRPr sz="2400" b="1">
                <a:solidFill>
                  <a:srgbClr val="000099"/>
                </a:solidFill>
                <a:latin typeface="楷体_GB2312" panose="02010609030101010101" pitchFamily="49" charset="-122"/>
                <a:ea typeface="楷体_GB2312" panose="02010609030101010101" pitchFamily="49" charset="-122"/>
              </a:defRPr>
            </a:lvl3pPr>
            <a:lvl4pPr marL="1600200" indent="-228600">
              <a:spcBef>
                <a:spcPct val="20000"/>
              </a:spcBef>
              <a:buChar char="–"/>
              <a:defRPr sz="2000" b="1">
                <a:solidFill>
                  <a:srgbClr val="000099"/>
                </a:solidFill>
                <a:latin typeface="楷体_GB2312" panose="02010609030101010101" pitchFamily="49" charset="-122"/>
                <a:ea typeface="楷体_GB2312" panose="02010609030101010101" pitchFamily="49" charset="-122"/>
              </a:defRPr>
            </a:lvl4pPr>
            <a:lvl5pPr marL="2057400" indent="-228600">
              <a:spcBef>
                <a:spcPct val="20000"/>
              </a:spcBef>
              <a:buChar char="»"/>
              <a:defRPr sz="2000" b="1">
                <a:solidFill>
                  <a:srgbClr val="000099"/>
                </a:solidFill>
                <a:latin typeface="楷体_GB2312" panose="02010609030101010101" pitchFamily="49" charset="-122"/>
                <a:ea typeface="楷体_GB2312" panose="02010609030101010101" pitchFamily="49" charset="-122"/>
              </a:defRPr>
            </a:lvl5pPr>
            <a:lvl6pPr marL="2514600" indent="-228600" eaLnBrk="0" fontAlgn="base" hangingPunct="0">
              <a:spcBef>
                <a:spcPct val="20000"/>
              </a:spcBef>
              <a:spcAft>
                <a:spcPct val="0"/>
              </a:spcAft>
              <a:buChar char="»"/>
              <a:defRPr sz="2000" b="1">
                <a:solidFill>
                  <a:srgbClr val="000099"/>
                </a:solidFill>
                <a:latin typeface="楷体_GB2312" panose="02010609030101010101" pitchFamily="49" charset="-122"/>
                <a:ea typeface="楷体_GB2312" panose="02010609030101010101" pitchFamily="49" charset="-122"/>
              </a:defRPr>
            </a:lvl6pPr>
            <a:lvl7pPr marL="2971800" indent="-228600" eaLnBrk="0" fontAlgn="base" hangingPunct="0">
              <a:spcBef>
                <a:spcPct val="20000"/>
              </a:spcBef>
              <a:spcAft>
                <a:spcPct val="0"/>
              </a:spcAft>
              <a:buChar char="»"/>
              <a:defRPr sz="2000" b="1">
                <a:solidFill>
                  <a:srgbClr val="000099"/>
                </a:solidFill>
                <a:latin typeface="楷体_GB2312" panose="02010609030101010101" pitchFamily="49" charset="-122"/>
                <a:ea typeface="楷体_GB2312" panose="02010609030101010101" pitchFamily="49" charset="-122"/>
              </a:defRPr>
            </a:lvl7pPr>
            <a:lvl8pPr marL="3429000" indent="-228600" eaLnBrk="0" fontAlgn="base" hangingPunct="0">
              <a:spcBef>
                <a:spcPct val="20000"/>
              </a:spcBef>
              <a:spcAft>
                <a:spcPct val="0"/>
              </a:spcAft>
              <a:buChar char="»"/>
              <a:defRPr sz="2000" b="1">
                <a:solidFill>
                  <a:srgbClr val="000099"/>
                </a:solidFill>
                <a:latin typeface="楷体_GB2312" panose="02010609030101010101" pitchFamily="49" charset="-122"/>
                <a:ea typeface="楷体_GB2312" panose="02010609030101010101" pitchFamily="49" charset="-122"/>
              </a:defRPr>
            </a:lvl8pPr>
            <a:lvl9pPr marL="3886200" indent="-228600" eaLnBrk="0" fontAlgn="base" hangingPunct="0">
              <a:spcBef>
                <a:spcPct val="20000"/>
              </a:spcBef>
              <a:spcAft>
                <a:spcPct val="0"/>
              </a:spcAft>
              <a:buChar char="»"/>
              <a:defRPr sz="2000" b="1">
                <a:solidFill>
                  <a:srgbClr val="000099"/>
                </a:solidFill>
                <a:latin typeface="楷体_GB2312" panose="02010609030101010101" pitchFamily="49" charset="-122"/>
                <a:ea typeface="楷体_GB2312" panose="02010609030101010101" pitchFamily="49" charset="-122"/>
              </a:defRPr>
            </a:lvl9pPr>
          </a:lstStyle>
          <a:p>
            <a:pPr>
              <a:spcBef>
                <a:spcPct val="0"/>
              </a:spcBef>
              <a:buClrTx/>
              <a:buFontTx/>
              <a:buNone/>
            </a:pPr>
            <a:r>
              <a:rPr lang="zh-CN" altLang="en-US" sz="2400">
                <a:solidFill>
                  <a:schemeClr val="tx1"/>
                </a:solidFill>
                <a:latin typeface="KaiTi" panose="02010609060101010101" pitchFamily="49" charset="-122"/>
                <a:ea typeface="KaiTi" panose="02010609060101010101" pitchFamily="49" charset="-122"/>
              </a:rPr>
              <a:t>任课教师： 喻  梅</a:t>
            </a:r>
            <a:endParaRPr lang="en-US" altLang="zh-CN" sz="2400">
              <a:solidFill>
                <a:schemeClr val="tx1"/>
              </a:solidFill>
              <a:latin typeface="KaiTi" panose="02010609060101010101" pitchFamily="49" charset="-122"/>
              <a:ea typeface="KaiTi" panose="02010609060101010101" pitchFamily="49" charset="-122"/>
            </a:endParaRPr>
          </a:p>
          <a:p>
            <a:pPr>
              <a:spcBef>
                <a:spcPct val="0"/>
              </a:spcBef>
              <a:buClrTx/>
              <a:buFontTx/>
              <a:buNone/>
            </a:pPr>
            <a:r>
              <a:rPr lang="en-US" altLang="zh-CN" sz="2400">
                <a:solidFill>
                  <a:schemeClr val="tx1"/>
                </a:solidFill>
                <a:latin typeface="KaiTi" panose="02010609060101010101" pitchFamily="49" charset="-122"/>
                <a:ea typeface="KaiTi" panose="02010609060101010101" pitchFamily="49" charset="-122"/>
              </a:rPr>
              <a:t>	</a:t>
            </a:r>
            <a:r>
              <a:rPr lang="zh-CN" altLang="en-US" sz="2400">
                <a:solidFill>
                  <a:schemeClr val="tx1"/>
                </a:solidFill>
                <a:latin typeface="KaiTi" panose="02010609060101010101" pitchFamily="49" charset="-122"/>
                <a:ea typeface="KaiTi" panose="02010609060101010101" pitchFamily="49" charset="-122"/>
              </a:rPr>
              <a:t>     于瑞国</a:t>
            </a:r>
            <a:endParaRPr lang="en-US" altLang="zh-CN" sz="2400">
              <a:solidFill>
                <a:schemeClr val="tx1"/>
              </a:solidFill>
              <a:latin typeface="KaiTi" panose="02010609060101010101" pitchFamily="49" charset="-122"/>
              <a:ea typeface="KaiTi" panose="02010609060101010101" pitchFamily="49" charset="-122"/>
            </a:endParaRPr>
          </a:p>
          <a:p>
            <a:pPr>
              <a:spcBef>
                <a:spcPct val="0"/>
              </a:spcBef>
              <a:buClrTx/>
              <a:buFontTx/>
              <a:buNone/>
            </a:pPr>
            <a:r>
              <a:rPr lang="en-US" altLang="zh-CN" sz="2400">
                <a:solidFill>
                  <a:schemeClr val="tx1"/>
                </a:solidFill>
                <a:latin typeface="KaiTi" panose="02010609060101010101" pitchFamily="49" charset="-122"/>
                <a:ea typeface="KaiTi" panose="02010609060101010101" pitchFamily="49" charset="-122"/>
              </a:rPr>
              <a:t>	</a:t>
            </a:r>
            <a:r>
              <a:rPr lang="zh-CN" altLang="en-US" sz="2400">
                <a:solidFill>
                  <a:schemeClr val="tx1"/>
                </a:solidFill>
                <a:latin typeface="KaiTi" panose="02010609060101010101" pitchFamily="49" charset="-122"/>
                <a:ea typeface="KaiTi" panose="02010609060101010101" pitchFamily="49" charset="-122"/>
              </a:rPr>
              <a:t>     王建荣</a:t>
            </a:r>
            <a:endParaRPr lang="en-US" altLang="zh-CN" sz="2400">
              <a:solidFill>
                <a:schemeClr val="tx1"/>
              </a:solidFill>
              <a:latin typeface="KaiTi" panose="02010609060101010101" pitchFamily="49" charset="-122"/>
              <a:ea typeface="KaiTi" panose="02010609060101010101" pitchFamily="49" charset="-122"/>
            </a:endParaRPr>
          </a:p>
          <a:p>
            <a:pPr>
              <a:spcBef>
                <a:spcPct val="0"/>
              </a:spcBef>
              <a:buClrTx/>
              <a:buFontTx/>
              <a:buNone/>
            </a:pPr>
            <a:r>
              <a:rPr lang="en-US" altLang="zh-CN" sz="2400">
                <a:solidFill>
                  <a:schemeClr val="tx1"/>
                </a:solidFill>
                <a:latin typeface="KaiTi" panose="02010609060101010101" pitchFamily="49" charset="-122"/>
                <a:ea typeface="KaiTi" panose="02010609060101010101" pitchFamily="49" charset="-122"/>
              </a:rPr>
              <a:t>	</a:t>
            </a:r>
            <a:r>
              <a:rPr lang="zh-CN" altLang="en-US" sz="2400">
                <a:solidFill>
                  <a:schemeClr val="tx1"/>
                </a:solidFill>
                <a:latin typeface="KaiTi" panose="02010609060101010101" pitchFamily="49" charset="-122"/>
                <a:ea typeface="KaiTi" panose="02010609060101010101" pitchFamily="49" charset="-122"/>
              </a:rPr>
              <a:t>     李雪威</a:t>
            </a:r>
            <a:endParaRPr lang="en-US" altLang="zh-CN" sz="2400">
              <a:solidFill>
                <a:schemeClr val="tx1"/>
              </a:solidFill>
              <a:latin typeface="KaiTi" panose="02010609060101010101" pitchFamily="49" charset="-122"/>
              <a:ea typeface="KaiTi" panose="02010609060101010101" pitchFamily="49" charset="-122"/>
            </a:endParaRPr>
          </a:p>
          <a:p>
            <a:pPr>
              <a:spcBef>
                <a:spcPct val="0"/>
              </a:spcBef>
              <a:buClrTx/>
              <a:buFontTx/>
              <a:buNone/>
            </a:pPr>
            <a:r>
              <a:rPr lang="en-US" altLang="zh-CN" sz="2400">
                <a:solidFill>
                  <a:schemeClr val="tx1"/>
                </a:solidFill>
                <a:latin typeface="KaiTi" panose="02010609060101010101" pitchFamily="49" charset="-122"/>
                <a:ea typeface="KaiTi" panose="02010609060101010101" pitchFamily="49" charset="-122"/>
              </a:rPr>
              <a:t>	</a:t>
            </a:r>
            <a:r>
              <a:rPr lang="zh-CN" altLang="en-US" sz="2400">
                <a:solidFill>
                  <a:schemeClr val="tx1"/>
                </a:solidFill>
                <a:latin typeface="KaiTi" panose="02010609060101010101" pitchFamily="49" charset="-122"/>
                <a:ea typeface="KaiTi" panose="02010609060101010101" pitchFamily="49" charset="-122"/>
              </a:rPr>
              <a:t>     赵满坤</a:t>
            </a:r>
            <a:endParaRPr lang="en-US" altLang="zh-CN" sz="2400">
              <a:solidFill>
                <a:schemeClr val="tx1"/>
              </a:solidFill>
              <a:latin typeface="KaiTi" panose="02010609060101010101" pitchFamily="49" charset="-122"/>
              <a:ea typeface="KaiTi" panose="02010609060101010101" pitchFamily="49" charset="-122"/>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3">
            <a:extLst>
              <a:ext uri="{FF2B5EF4-FFF2-40B4-BE49-F238E27FC236}">
                <a16:creationId xmlns:a16="http://schemas.microsoft.com/office/drawing/2014/main" id="{C2238E9E-1C57-B47E-B5E3-C93BE72D64A0}"/>
              </a:ext>
            </a:extLst>
          </p:cNvPr>
          <p:cNvSpPr>
            <a:spLocks noGrp="1" noChangeArrowheads="1"/>
          </p:cNvSpPr>
          <p:nvPr>
            <p:ph idx="1"/>
          </p:nvPr>
        </p:nvSpPr>
        <p:spPr>
          <a:xfrm>
            <a:off x="342900" y="1662980"/>
            <a:ext cx="8458200" cy="4127500"/>
          </a:xfrm>
        </p:spPr>
        <p:txBody>
          <a:bodyPr/>
          <a:lstStyle/>
          <a:p>
            <a:pPr eaLnBrk="1" hangingPunct="1">
              <a:lnSpc>
                <a:spcPct val="80000"/>
              </a:lnSpc>
              <a:defRPr/>
            </a:pPr>
            <a:r>
              <a:rPr lang="en-US" altLang="zh-CN" dirty="0">
                <a:solidFill>
                  <a:schemeClr val="tx1"/>
                </a:solidFill>
                <a:latin typeface="+mj-lt"/>
                <a:ea typeface="宋体" charset="-122"/>
                <a:cs typeface="+mn-cs"/>
              </a:rPr>
              <a:t>To know what is a recursive function and the benefits of using recursive functions .</a:t>
            </a:r>
          </a:p>
          <a:p>
            <a:pPr eaLnBrk="1" hangingPunct="1">
              <a:lnSpc>
                <a:spcPct val="80000"/>
              </a:lnSpc>
              <a:defRPr/>
            </a:pPr>
            <a:r>
              <a:rPr lang="en-US" altLang="zh-CN" dirty="0">
                <a:solidFill>
                  <a:schemeClr val="tx1"/>
                </a:solidFill>
                <a:latin typeface="+mj-lt"/>
                <a:ea typeface="宋体" charset="-122"/>
                <a:cs typeface="+mn-cs"/>
              </a:rPr>
              <a:t>To determine the base cases in a recursive function .</a:t>
            </a:r>
          </a:p>
          <a:p>
            <a:pPr eaLnBrk="1" hangingPunct="1">
              <a:lnSpc>
                <a:spcPct val="80000"/>
              </a:lnSpc>
              <a:defRPr/>
            </a:pPr>
            <a:r>
              <a:rPr lang="en-US" altLang="zh-CN" dirty="0">
                <a:solidFill>
                  <a:schemeClr val="tx1"/>
                </a:solidFill>
                <a:latin typeface="+mj-lt"/>
                <a:ea typeface="宋体" charset="-122"/>
                <a:cs typeface="+mn-cs"/>
              </a:rPr>
              <a:t>To understand how recursive function calls are handled in a call stack .</a:t>
            </a:r>
          </a:p>
          <a:p>
            <a:pPr eaLnBrk="1" hangingPunct="1">
              <a:lnSpc>
                <a:spcPct val="80000"/>
              </a:lnSpc>
              <a:defRPr/>
            </a:pPr>
            <a:r>
              <a:rPr lang="en-US" altLang="zh-CN" dirty="0">
                <a:solidFill>
                  <a:schemeClr val="tx1"/>
                </a:solidFill>
                <a:latin typeface="+mj-lt"/>
                <a:ea typeface="宋体" charset="-122"/>
                <a:cs typeface="+mn-cs"/>
              </a:rPr>
              <a:t>To understand the relationship and difference between recursion and iteration .</a:t>
            </a:r>
          </a:p>
          <a:p>
            <a:pPr eaLnBrk="1" hangingPunct="1">
              <a:lnSpc>
                <a:spcPct val="80000"/>
              </a:lnSpc>
              <a:defRPr/>
            </a:pPr>
            <a:r>
              <a:rPr lang="en-US" altLang="zh-CN" dirty="0">
                <a:solidFill>
                  <a:schemeClr val="tx1"/>
                </a:solidFill>
                <a:latin typeface="+mj-lt"/>
                <a:ea typeface="宋体" charset="-122"/>
                <a:cs typeface="+mn-cs"/>
              </a:rPr>
              <a:t>To solve problems using recursion .</a:t>
            </a:r>
          </a:p>
        </p:txBody>
      </p:sp>
      <p:sp>
        <p:nvSpPr>
          <p:cNvPr id="9219" name="灯片编号占位符 4">
            <a:extLst>
              <a:ext uri="{FF2B5EF4-FFF2-40B4-BE49-F238E27FC236}">
                <a16:creationId xmlns:a16="http://schemas.microsoft.com/office/drawing/2014/main" id="{D3E7BBD0-E192-960F-1163-ECDD2155B388}"/>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2F460F1B-DD85-7C42-84B7-36D0D809F5E6}"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9220" name="标题 2">
            <a:extLst>
              <a:ext uri="{FF2B5EF4-FFF2-40B4-BE49-F238E27FC236}">
                <a16:creationId xmlns:a16="http://schemas.microsoft.com/office/drawing/2014/main" id="{A11BBBBA-6E5D-80FC-A11F-16952F35B330}"/>
              </a:ext>
            </a:extLst>
          </p:cNvPr>
          <p:cNvSpPr>
            <a:spLocks noGrp="1" noChangeArrowheads="1"/>
          </p:cNvSpPr>
          <p:nvPr>
            <p:ph type="title"/>
          </p:nvPr>
        </p:nvSpPr>
        <p:spPr/>
        <p:txBody>
          <a:bodyPr/>
          <a:lstStyle/>
          <a:p>
            <a:r>
              <a:rPr lang="en-US" altLang="zh-CN" dirty="0">
                <a:ea typeface="宋体" panose="02010600030101010101" pitchFamily="2" charset="-122"/>
              </a:rPr>
              <a:t>Objectives</a:t>
            </a:r>
            <a:endParaRPr kumimoji="1" lang="zh-CN" altLang="en-US"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a:extLst>
              <a:ext uri="{FF2B5EF4-FFF2-40B4-BE49-F238E27FC236}">
                <a16:creationId xmlns:a16="http://schemas.microsoft.com/office/drawing/2014/main" id="{6DD64A1C-FA9C-7927-D2FE-C48BEA2E5F80}"/>
              </a:ext>
            </a:extLst>
          </p:cNvPr>
          <p:cNvSpPr>
            <a:spLocks noGrp="1" noChangeArrowheads="1"/>
          </p:cNvSpPr>
          <p:nvPr>
            <p:ph idx="1"/>
          </p:nvPr>
        </p:nvSpPr>
        <p:spPr>
          <a:xfrm>
            <a:off x="1601416" y="2875288"/>
            <a:ext cx="5616624" cy="1152525"/>
          </a:xfrm>
        </p:spPr>
        <p:txBody>
          <a:bodyPr/>
          <a:lstStyle/>
          <a:p>
            <a:pPr eaLnBrk="1" hangingPunct="1">
              <a:buFont typeface="Monotype Sorts" pitchFamily="2" charset="2"/>
              <a:buNone/>
              <a:defRPr/>
            </a:pPr>
            <a:r>
              <a:rPr lang="en-US" altLang="zh-CN" dirty="0">
                <a:solidFill>
                  <a:schemeClr val="tx1"/>
                </a:solidFill>
                <a:latin typeface="+mj-lt"/>
                <a:ea typeface="宋体" charset="-122"/>
                <a:cs typeface="+mn-cs"/>
              </a:rPr>
              <a:t>	factorial(0) = 1;</a:t>
            </a:r>
          </a:p>
          <a:p>
            <a:pPr eaLnBrk="1" hangingPunct="1">
              <a:buFont typeface="Monotype Sorts" pitchFamily="2" charset="2"/>
              <a:buNone/>
              <a:defRPr/>
            </a:pPr>
            <a:r>
              <a:rPr lang="en-US" altLang="zh-CN" dirty="0">
                <a:solidFill>
                  <a:schemeClr val="tx1"/>
                </a:solidFill>
                <a:latin typeface="+mj-lt"/>
                <a:ea typeface="宋体" charset="-122"/>
                <a:cs typeface="+mn-cs"/>
              </a:rPr>
              <a:t>	factorial(n) = n*factorial(n-1);</a:t>
            </a:r>
          </a:p>
        </p:txBody>
      </p:sp>
      <p:sp>
        <p:nvSpPr>
          <p:cNvPr id="11267" name="标题 1">
            <a:extLst>
              <a:ext uri="{FF2B5EF4-FFF2-40B4-BE49-F238E27FC236}">
                <a16:creationId xmlns:a16="http://schemas.microsoft.com/office/drawing/2014/main" id="{513D3770-6F1A-0AA9-A235-D8D87C7FC6E9}"/>
              </a:ext>
            </a:extLst>
          </p:cNvPr>
          <p:cNvSpPr>
            <a:spLocks noGrp="1" noChangeArrowheads="1"/>
          </p:cNvSpPr>
          <p:nvPr>
            <p:ph type="title"/>
          </p:nvPr>
        </p:nvSpPr>
        <p:spPr/>
        <p:txBody>
          <a:bodyPr/>
          <a:lstStyle/>
          <a:p>
            <a:r>
              <a:rPr lang="en-US" altLang="zh-CN" dirty="0"/>
              <a:t>What is Recursion?</a:t>
            </a:r>
            <a:endParaRPr kumimoji="1" lang="zh-CN" altLang="en-US" dirty="0"/>
          </a:p>
        </p:txBody>
      </p:sp>
      <p:sp>
        <p:nvSpPr>
          <p:cNvPr id="11268" name="灯片编号占位符 4">
            <a:extLst>
              <a:ext uri="{FF2B5EF4-FFF2-40B4-BE49-F238E27FC236}">
                <a16:creationId xmlns:a16="http://schemas.microsoft.com/office/drawing/2014/main" id="{8B433353-34DA-357F-7B7D-D7172104C8EB}"/>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2292711B-E959-8D48-8FB6-F15348CDAFCB}"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3</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7" name="文本框 6">
            <a:extLst>
              <a:ext uri="{FF2B5EF4-FFF2-40B4-BE49-F238E27FC236}">
                <a16:creationId xmlns:a16="http://schemas.microsoft.com/office/drawing/2014/main" id="{E303A43D-5CA2-4A4A-BE6B-91A1D87110A0}"/>
              </a:ext>
            </a:extLst>
          </p:cNvPr>
          <p:cNvSpPr txBox="1"/>
          <p:nvPr/>
        </p:nvSpPr>
        <p:spPr>
          <a:xfrm>
            <a:off x="232284" y="1484784"/>
            <a:ext cx="8354888" cy="1200329"/>
          </a:xfrm>
          <a:prstGeom prst="rect">
            <a:avLst/>
          </a:prstGeom>
          <a:solidFill>
            <a:schemeClr val="accent3">
              <a:lumMod val="95000"/>
            </a:schemeClr>
          </a:solidFill>
        </p:spPr>
        <p:txBody>
          <a:bodyPr wrap="square">
            <a:spAutoFit/>
          </a:bodyPr>
          <a:lstStyle/>
          <a:p>
            <a:pPr lvl="1"/>
            <a:r>
              <a:rPr lang="en-US" altLang="zh-CN" dirty="0"/>
              <a:t>• </a:t>
            </a:r>
            <a:r>
              <a:rPr lang="en-US" altLang="zh-CN" b="1" dirty="0"/>
              <a:t>Recursion </a:t>
            </a:r>
            <a:r>
              <a:rPr lang="en-US" altLang="zh-CN" dirty="0"/>
              <a:t>means a function calls itself.</a:t>
            </a:r>
          </a:p>
          <a:p>
            <a:pPr lvl="1"/>
            <a:r>
              <a:rPr lang="en-US" altLang="zh-CN" dirty="0"/>
              <a:t>• A function solves a big problem by repeatedly solving smaller ones.</a:t>
            </a:r>
          </a:p>
        </p:txBody>
      </p:sp>
      <p:sp>
        <p:nvSpPr>
          <p:cNvPr id="9" name="文本框 8">
            <a:extLst>
              <a:ext uri="{FF2B5EF4-FFF2-40B4-BE49-F238E27FC236}">
                <a16:creationId xmlns:a16="http://schemas.microsoft.com/office/drawing/2014/main" id="{01F3C037-9A17-4DD4-B3B0-F363007D28CF}"/>
              </a:ext>
            </a:extLst>
          </p:cNvPr>
          <p:cNvSpPr txBox="1"/>
          <p:nvPr/>
        </p:nvSpPr>
        <p:spPr>
          <a:xfrm>
            <a:off x="728582" y="4182014"/>
            <a:ext cx="4589472" cy="461665"/>
          </a:xfrm>
          <a:prstGeom prst="rect">
            <a:avLst/>
          </a:prstGeom>
          <a:noFill/>
        </p:spPr>
        <p:txBody>
          <a:bodyPr wrap="square">
            <a:spAutoFit/>
          </a:bodyPr>
          <a:lstStyle/>
          <a:p>
            <a:r>
              <a:rPr lang="en-US" altLang="zh-CN" dirty="0"/>
              <a:t>Why Do We Need Recursion?</a:t>
            </a:r>
            <a:endParaRPr lang="zh-CN" altLang="en-US" dirty="0"/>
          </a:p>
        </p:txBody>
      </p:sp>
      <p:sp>
        <p:nvSpPr>
          <p:cNvPr id="11" name="文本框 10">
            <a:extLst>
              <a:ext uri="{FF2B5EF4-FFF2-40B4-BE49-F238E27FC236}">
                <a16:creationId xmlns:a16="http://schemas.microsoft.com/office/drawing/2014/main" id="{AFBCBDB6-9553-4B83-8D72-CA5791168ECC}"/>
              </a:ext>
            </a:extLst>
          </p:cNvPr>
          <p:cNvSpPr txBox="1"/>
          <p:nvPr/>
        </p:nvSpPr>
        <p:spPr>
          <a:xfrm>
            <a:off x="719572" y="4697917"/>
            <a:ext cx="7641858" cy="1569660"/>
          </a:xfrm>
          <a:prstGeom prst="rect">
            <a:avLst/>
          </a:prstGeom>
          <a:noFill/>
        </p:spPr>
        <p:txBody>
          <a:bodyPr wrap="square">
            <a:spAutoFit/>
          </a:bodyPr>
          <a:lstStyle/>
          <a:p>
            <a:pPr marL="800100" lvl="1" indent="-342900">
              <a:buFont typeface="Wingdings" panose="05000000000000000000" pitchFamily="2" charset="2"/>
              <a:buChar char="ü"/>
            </a:pPr>
            <a:r>
              <a:rPr lang="en-US" altLang="zh-CN" dirty="0"/>
              <a:t>Recursion expresses complex problems in a simple and natural way.</a:t>
            </a:r>
          </a:p>
          <a:p>
            <a:pPr marL="800100" lvl="1" indent="-342900">
              <a:buFont typeface="Wingdings" panose="05000000000000000000" pitchFamily="2" charset="2"/>
              <a:buChar char="ü"/>
            </a:pPr>
            <a:r>
              <a:rPr lang="en-US" altLang="zh-CN" dirty="0"/>
              <a:t>Ideal for trees, divide-and-conquer, and mathematical definitions.</a:t>
            </a:r>
            <a:r>
              <a:rPr lang="zh-CN" altLang="en-US" dirty="0"/>
              <a:t>（</a:t>
            </a:r>
            <a:r>
              <a:rPr lang="zh-CN" altLang="en-US" sz="1800" dirty="0"/>
              <a:t>遍历文件夹</a:t>
            </a:r>
            <a:r>
              <a:rPr lang="zh-CN" altLang="en-US" dirty="0"/>
              <a:t>）</a:t>
            </a:r>
            <a:endParaRPr lang="en-US" altLang="zh-CN"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a:extLst>
              <a:ext uri="{FF2B5EF4-FFF2-40B4-BE49-F238E27FC236}">
                <a16:creationId xmlns:a16="http://schemas.microsoft.com/office/drawing/2014/main" id="{6DD64A1C-FA9C-7927-D2FE-C48BEA2E5F80}"/>
              </a:ext>
            </a:extLst>
          </p:cNvPr>
          <p:cNvSpPr>
            <a:spLocks noGrp="1" noChangeArrowheads="1"/>
          </p:cNvSpPr>
          <p:nvPr>
            <p:ph idx="1"/>
          </p:nvPr>
        </p:nvSpPr>
        <p:spPr>
          <a:xfrm>
            <a:off x="-5307" y="1154113"/>
            <a:ext cx="9144000" cy="1152525"/>
          </a:xfrm>
        </p:spPr>
        <p:txBody>
          <a:bodyPr/>
          <a:lstStyle/>
          <a:p>
            <a:pPr eaLnBrk="1" hangingPunct="1">
              <a:buFont typeface="Monotype Sorts" pitchFamily="2" charset="2"/>
              <a:buNone/>
              <a:defRPr/>
            </a:pPr>
            <a:r>
              <a:rPr lang="en-US" altLang="zh-CN" dirty="0">
                <a:solidFill>
                  <a:schemeClr val="tx1"/>
                </a:solidFill>
                <a:latin typeface="+mj-lt"/>
                <a:ea typeface="宋体" charset="-122"/>
                <a:cs typeface="+mn-cs"/>
              </a:rPr>
              <a:t>	factorial(0) = 1;</a:t>
            </a:r>
          </a:p>
          <a:p>
            <a:pPr eaLnBrk="1" hangingPunct="1">
              <a:buFont typeface="Monotype Sorts" pitchFamily="2" charset="2"/>
              <a:buNone/>
              <a:defRPr/>
            </a:pPr>
            <a:r>
              <a:rPr lang="en-US" altLang="zh-CN" dirty="0">
                <a:solidFill>
                  <a:schemeClr val="tx1"/>
                </a:solidFill>
                <a:latin typeface="+mj-lt"/>
                <a:ea typeface="宋体" charset="-122"/>
                <a:cs typeface="+mn-cs"/>
              </a:rPr>
              <a:t>	factorial(n) = n*factorial(n-1);</a:t>
            </a:r>
          </a:p>
        </p:txBody>
      </p:sp>
      <p:sp>
        <p:nvSpPr>
          <p:cNvPr id="11267" name="标题 1">
            <a:extLst>
              <a:ext uri="{FF2B5EF4-FFF2-40B4-BE49-F238E27FC236}">
                <a16:creationId xmlns:a16="http://schemas.microsoft.com/office/drawing/2014/main" id="{513D3770-6F1A-0AA9-A235-D8D87C7FC6E9}"/>
              </a:ext>
            </a:extLst>
          </p:cNvPr>
          <p:cNvSpPr>
            <a:spLocks noGrp="1" noChangeArrowheads="1"/>
          </p:cNvSpPr>
          <p:nvPr>
            <p:ph type="title"/>
          </p:nvPr>
        </p:nvSpPr>
        <p:spPr/>
        <p:txBody>
          <a:bodyPr/>
          <a:lstStyle/>
          <a:p>
            <a:r>
              <a:rPr lang="en-US" altLang="zh-CN">
                <a:ea typeface="宋体" panose="02010600030101010101" pitchFamily="2" charset="-122"/>
              </a:rPr>
              <a:t>Computing Factorial</a:t>
            </a:r>
            <a:endParaRPr kumimoji="1" lang="zh-CN" altLang="en-US"/>
          </a:p>
        </p:txBody>
      </p:sp>
      <p:sp>
        <p:nvSpPr>
          <p:cNvPr id="11268" name="灯片编号占位符 4">
            <a:extLst>
              <a:ext uri="{FF2B5EF4-FFF2-40B4-BE49-F238E27FC236}">
                <a16:creationId xmlns:a16="http://schemas.microsoft.com/office/drawing/2014/main" id="{8B433353-34DA-357F-7B7D-D7172104C8EB}"/>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2292711B-E959-8D48-8FB6-F15348CDAFCB}"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4</a:t>
            </a:fld>
            <a:endParaRPr lang="en-US" altLang="zh-CN" sz="1600" b="0">
              <a:solidFill>
                <a:schemeClr val="tx1"/>
              </a:solidFill>
              <a:latin typeface="Lucida Sans Unicode" panose="020B0602030504020204" pitchFamily="34" charset="0"/>
              <a:ea typeface="宋体" panose="02010600030101010101" pitchFamily="2" charset="-122"/>
            </a:endParaRPr>
          </a:p>
        </p:txBody>
      </p:sp>
      <p:pic>
        <p:nvPicPr>
          <p:cNvPr id="11269" name="图片 6">
            <a:extLst>
              <a:ext uri="{FF2B5EF4-FFF2-40B4-BE49-F238E27FC236}">
                <a16:creationId xmlns:a16="http://schemas.microsoft.com/office/drawing/2014/main" id="{B56936C6-FD54-4A66-E679-DA3615F4A0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7" y="2393950"/>
            <a:ext cx="8013783" cy="412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792602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8" name="Object 14">
            <a:extLst>
              <a:ext uri="{FF2B5EF4-FFF2-40B4-BE49-F238E27FC236}">
                <a16:creationId xmlns:a16="http://schemas.microsoft.com/office/drawing/2014/main" id="{395077CD-793B-C97A-DFC4-A300A7AD80C5}"/>
              </a:ext>
            </a:extLst>
          </p:cNvPr>
          <p:cNvGraphicFramePr>
            <a:graphicFrameLocks noGrp="1" noChangeAspect="1"/>
          </p:cNvGraphicFramePr>
          <p:nvPr>
            <p:ph idx="1"/>
          </p:nvPr>
        </p:nvGraphicFramePr>
        <p:xfrm>
          <a:off x="3976688" y="2835275"/>
          <a:ext cx="1066800" cy="1828800"/>
        </p:xfrm>
        <a:graphic>
          <a:graphicData uri="http://schemas.openxmlformats.org/presentationml/2006/ole">
            <mc:AlternateContent xmlns:mc="http://schemas.openxmlformats.org/markup-compatibility/2006">
              <mc:Choice xmlns:v="urn:schemas-microsoft-com:vml" Requires="v">
                <p:oleObj spid="_x0000_s1032" name="Picture" r:id="rId4" imgW="6413500" imgH="10960100" progId="Word.Picture.8">
                  <p:embed/>
                </p:oleObj>
              </mc:Choice>
              <mc:Fallback>
                <p:oleObj name="Picture" r:id="rId4" imgW="6413500" imgH="10960100" progId="Word.Picture.8">
                  <p:embed/>
                  <p:pic>
                    <p:nvPicPr>
                      <p:cNvPr id="0" name="Object 1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6688" y="2835275"/>
                        <a:ext cx="1066800" cy="18288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699" name="Rectangle 3">
            <a:extLst>
              <a:ext uri="{FF2B5EF4-FFF2-40B4-BE49-F238E27FC236}">
                <a16:creationId xmlns:a16="http://schemas.microsoft.com/office/drawing/2014/main" id="{9D6069E9-A7CD-8F7C-4BA8-0A56ED58F51F}"/>
              </a:ext>
            </a:extLst>
          </p:cNvPr>
          <p:cNvSpPr>
            <a:spLocks noChangeArrowheads="1"/>
          </p:cNvSpPr>
          <p:nvPr/>
        </p:nvSpPr>
        <p:spPr bwMode="auto">
          <a:xfrm>
            <a:off x="1428750" y="1798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29700" name="Rectangle 4">
            <a:extLst>
              <a:ext uri="{FF2B5EF4-FFF2-40B4-BE49-F238E27FC236}">
                <a16:creationId xmlns:a16="http://schemas.microsoft.com/office/drawing/2014/main" id="{8FD0500C-F709-BA7F-0441-C12E716F241B}"/>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29701" name="Rectangle 13">
            <a:extLst>
              <a:ext uri="{FF2B5EF4-FFF2-40B4-BE49-F238E27FC236}">
                <a16:creationId xmlns:a16="http://schemas.microsoft.com/office/drawing/2014/main" id="{78E1F38C-2D68-244A-3D20-3A238945D1CA}"/>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aphicFrame>
        <p:nvGraphicFramePr>
          <p:cNvPr id="29702" name="Object 12">
            <a:extLst>
              <a:ext uri="{FF2B5EF4-FFF2-40B4-BE49-F238E27FC236}">
                <a16:creationId xmlns:a16="http://schemas.microsoft.com/office/drawing/2014/main" id="{0C927743-69E1-1DD7-FC2E-54041DB7EBC6}"/>
              </a:ext>
            </a:extLst>
          </p:cNvPr>
          <p:cNvGraphicFramePr>
            <a:graphicFrameLocks noChangeAspect="1"/>
          </p:cNvGraphicFramePr>
          <p:nvPr/>
        </p:nvGraphicFramePr>
        <p:xfrm>
          <a:off x="152400" y="1828800"/>
          <a:ext cx="6705600" cy="4329113"/>
        </p:xfrm>
        <a:graphic>
          <a:graphicData uri="http://schemas.openxmlformats.org/presentationml/2006/ole">
            <mc:AlternateContent xmlns:mc="http://schemas.openxmlformats.org/markup-compatibility/2006">
              <mc:Choice xmlns:v="urn:schemas-microsoft-com:vml" Requires="v">
                <p:oleObj spid="_x0000_s1033" name="Picture" r:id="rId6" imgW="21958300" imgH="14160500" progId="Word.Picture.8">
                  <p:embed/>
                </p:oleObj>
              </mc:Choice>
              <mc:Fallback>
                <p:oleObj name="Picture" r:id="rId6" imgW="21958300" imgH="14160500" progId="Word.Picture.8">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1828800"/>
                        <a:ext cx="6705600" cy="432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3" name="Rectangle 15">
            <a:extLst>
              <a:ext uri="{FF2B5EF4-FFF2-40B4-BE49-F238E27FC236}">
                <a16:creationId xmlns:a16="http://schemas.microsoft.com/office/drawing/2014/main" id="{DED40AD3-1E72-2888-9E1F-D0BCF8AF38FF}"/>
              </a:ext>
            </a:extLst>
          </p:cNvPr>
          <p:cNvSpPr>
            <a:spLocks noChangeArrowheads="1"/>
          </p:cNvSpPr>
          <p:nvPr/>
        </p:nvSpPr>
        <p:spPr bwMode="auto">
          <a:xfrm>
            <a:off x="165100" y="2405063"/>
            <a:ext cx="6705600" cy="3783012"/>
          </a:xfrm>
          <a:prstGeom prst="rect">
            <a:avLst/>
          </a:prstGeom>
          <a:solidFill>
            <a:schemeClr val="bg1"/>
          </a:solidFill>
          <a:ln w="12700">
            <a:solidFill>
              <a:schemeClr val="tx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29704" name="标题 1">
            <a:extLst>
              <a:ext uri="{FF2B5EF4-FFF2-40B4-BE49-F238E27FC236}">
                <a16:creationId xmlns:a16="http://schemas.microsoft.com/office/drawing/2014/main" id="{1EFD45F4-B4D9-194E-73BB-CD6EA142AD33}"/>
              </a:ext>
            </a:extLst>
          </p:cNvPr>
          <p:cNvSpPr>
            <a:spLocks noGrp="1" noChangeArrowheads="1"/>
          </p:cNvSpPr>
          <p:nvPr>
            <p:ph type="title"/>
          </p:nvPr>
        </p:nvSpPr>
        <p:spPr/>
        <p:txBody>
          <a:bodyPr/>
          <a:lstStyle/>
          <a:p>
            <a:r>
              <a:rPr lang="en-US" altLang="zh-CN">
                <a:ea typeface="宋体" panose="02010600030101010101" pitchFamily="2" charset="-122"/>
              </a:rPr>
              <a:t>Trace Recursive factorial</a:t>
            </a:r>
            <a:endParaRPr kumimoji="1" lang="zh-CN" altLang="en-US"/>
          </a:p>
        </p:txBody>
      </p:sp>
      <p:sp>
        <p:nvSpPr>
          <p:cNvPr id="29705" name="灯片编号占位符 4">
            <a:extLst>
              <a:ext uri="{FF2B5EF4-FFF2-40B4-BE49-F238E27FC236}">
                <a16:creationId xmlns:a16="http://schemas.microsoft.com/office/drawing/2014/main" id="{C80BB12C-5209-A28C-C883-EA32E91FD529}"/>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E735D104-92D4-E244-A01B-92377932F32A}"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5</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5" name="文本框 4">
            <a:extLst>
              <a:ext uri="{FF2B5EF4-FFF2-40B4-BE49-F238E27FC236}">
                <a16:creationId xmlns:a16="http://schemas.microsoft.com/office/drawing/2014/main" id="{7D687787-CD0B-59AA-0DCB-8A2923A6D810}"/>
              </a:ext>
            </a:extLst>
          </p:cNvPr>
          <p:cNvSpPr txBox="1"/>
          <p:nvPr/>
        </p:nvSpPr>
        <p:spPr>
          <a:xfrm>
            <a:off x="4489450" y="1600200"/>
            <a:ext cx="3348038" cy="461963"/>
          </a:xfrm>
          <a:prstGeom prst="rect">
            <a:avLst/>
          </a:prstGeom>
          <a:ln>
            <a:solidFill>
              <a:srgbClr val="3465CC"/>
            </a:solidFill>
          </a:ln>
        </p:spPr>
        <p:style>
          <a:lnRef idx="2">
            <a:schemeClr val="accent1"/>
          </a:lnRef>
          <a:fillRef idx="1">
            <a:schemeClr val="lt1"/>
          </a:fillRef>
          <a:effectRef idx="0">
            <a:schemeClr val="accent1"/>
          </a:effectRef>
          <a:fontRef idx="minor">
            <a:schemeClr val="dk1"/>
          </a:fontRef>
        </p:style>
        <p:txBody>
          <a:bodyPr>
            <a:spAutoFit/>
          </a:bodyPr>
          <a:lstStyle/>
          <a:p>
            <a:pPr algn="ctr">
              <a:defRPr/>
            </a:pPr>
            <a:r>
              <a:rPr lang="en-US" altLang="zh-CN" b="1" dirty="0">
                <a:latin typeface="+mj-lt"/>
                <a:ea typeface="宋体" charset="-122"/>
              </a:rPr>
              <a:t>Executes factorial(4)</a:t>
            </a:r>
          </a:p>
        </p:txBody>
      </p:sp>
      <p:sp>
        <p:nvSpPr>
          <p:cNvPr id="29707" name="下箭头 7">
            <a:extLst>
              <a:ext uri="{FF2B5EF4-FFF2-40B4-BE49-F238E27FC236}">
                <a16:creationId xmlns:a16="http://schemas.microsoft.com/office/drawing/2014/main" id="{AD766BD7-2168-6DB6-7484-E14FD7FB7FD4}"/>
              </a:ext>
            </a:extLst>
          </p:cNvPr>
          <p:cNvSpPr>
            <a:spLocks noChangeArrowheads="1"/>
          </p:cNvSpPr>
          <p:nvPr/>
        </p:nvSpPr>
        <p:spPr bwMode="auto">
          <a:xfrm rot="-6648458">
            <a:off x="3872707" y="1469231"/>
            <a:ext cx="146050" cy="1052513"/>
          </a:xfrm>
          <a:prstGeom prst="downArrow">
            <a:avLst>
              <a:gd name="adj1" fmla="val 50000"/>
              <a:gd name="adj2" fmla="val 49745"/>
            </a:avLst>
          </a:prstGeom>
          <a:solidFill>
            <a:schemeClr val="bg1"/>
          </a:solidFill>
          <a:ln w="9525" algn="ctr">
            <a:solidFill>
              <a:schemeClr val="tx1"/>
            </a:solidFill>
            <a:round/>
            <a:headEnd/>
            <a:tailEnd/>
          </a:ln>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lgn="ctr" eaLnBrk="1" hangingPunct="1">
              <a:spcBef>
                <a:spcPct val="0"/>
              </a:spcBef>
              <a:buClrTx/>
              <a:buFontTx/>
              <a:buNone/>
            </a:pPr>
            <a:endParaRPr lang="zh-CN" altLang="en-US" sz="1800" b="0">
              <a:solidFill>
                <a:schemeClr val="tx1"/>
              </a:solidFill>
              <a:latin typeface="Times New Roman" panose="02020603050405020304" pitchFamily="18" charset="0"/>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46" name="Object 9">
            <a:extLst>
              <a:ext uri="{FF2B5EF4-FFF2-40B4-BE49-F238E27FC236}">
                <a16:creationId xmlns:a16="http://schemas.microsoft.com/office/drawing/2014/main" id="{46821AF7-B987-CB5E-2F07-76815DB2DB68}"/>
              </a:ext>
            </a:extLst>
          </p:cNvPr>
          <p:cNvGraphicFramePr>
            <a:graphicFrameLocks noGrp="1" noChangeAspect="1"/>
          </p:cNvGraphicFramePr>
          <p:nvPr>
            <p:ph idx="1"/>
          </p:nvPr>
        </p:nvGraphicFramePr>
        <p:xfrm>
          <a:off x="3976688" y="2644775"/>
          <a:ext cx="1066800" cy="2209800"/>
        </p:xfrm>
        <a:graphic>
          <a:graphicData uri="http://schemas.openxmlformats.org/presentationml/2006/ole">
            <mc:AlternateContent xmlns:mc="http://schemas.openxmlformats.org/markup-compatibility/2006">
              <mc:Choice xmlns:v="urn:schemas-microsoft-com:vml" Requires="v">
                <p:oleObj spid="_x0000_s2056" name="Picture" r:id="rId4" imgW="6413500" imgH="13246100" progId="Word.Picture.8">
                  <p:embed/>
                </p:oleObj>
              </mc:Choice>
              <mc:Fallback>
                <p:oleObj name="Picture" r:id="rId4" imgW="6413500" imgH="13246100" progId="Word.Picture.8">
                  <p:embed/>
                  <p:pic>
                    <p:nvPicPr>
                      <p:cNvPr id="0" name="Object 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6688" y="2644775"/>
                        <a:ext cx="1066800" cy="22098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0819" name="Rectangle 3">
            <a:extLst>
              <a:ext uri="{FF2B5EF4-FFF2-40B4-BE49-F238E27FC236}">
                <a16:creationId xmlns:a16="http://schemas.microsoft.com/office/drawing/2014/main" id="{9396F7D5-F6E4-620E-B028-536D0DDB9B64}"/>
              </a:ext>
            </a:extLst>
          </p:cNvPr>
          <p:cNvSpPr>
            <a:spLocks noChangeArrowheads="1"/>
          </p:cNvSpPr>
          <p:nvPr/>
        </p:nvSpPr>
        <p:spPr bwMode="auto">
          <a:xfrm>
            <a:off x="1428750" y="1798638"/>
            <a:ext cx="9144000" cy="461962"/>
          </a:xfrm>
          <a:prstGeom prst="rect">
            <a:avLst/>
          </a:prstGeom>
          <a:noFill/>
          <a:ln>
            <a:noFill/>
          </a:ln>
          <a:effectLst/>
        </p:spPr>
        <p:txBody>
          <a:bodyPr>
            <a:spAutoFit/>
          </a:bodyPr>
          <a:lstStyle/>
          <a:p>
            <a:pPr>
              <a:defRPr/>
            </a:pPr>
            <a:endParaRPr lang="zh-CN" altLang="en-US">
              <a:latin typeface="+mj-lt"/>
              <a:ea typeface="+mn-ea"/>
              <a:cs typeface="+mn-cs"/>
            </a:endParaRPr>
          </a:p>
        </p:txBody>
      </p:sp>
      <p:sp>
        <p:nvSpPr>
          <p:cNvPr id="290820" name="Rectangle 4">
            <a:extLst>
              <a:ext uri="{FF2B5EF4-FFF2-40B4-BE49-F238E27FC236}">
                <a16:creationId xmlns:a16="http://schemas.microsoft.com/office/drawing/2014/main" id="{619F2B0F-99F5-4299-93E3-FBB74DAC205C}"/>
              </a:ext>
            </a:extLst>
          </p:cNvPr>
          <p:cNvSpPr>
            <a:spLocks noChangeArrowheads="1"/>
          </p:cNvSpPr>
          <p:nvPr/>
        </p:nvSpPr>
        <p:spPr bwMode="auto">
          <a:xfrm>
            <a:off x="0" y="2254250"/>
            <a:ext cx="184150" cy="460375"/>
          </a:xfrm>
          <a:prstGeom prst="rect">
            <a:avLst/>
          </a:prstGeom>
          <a:noFill/>
          <a:ln>
            <a:noFill/>
          </a:ln>
          <a:effectLst/>
        </p:spPr>
        <p:txBody>
          <a:bodyPr wrap="none" anchor="ctr">
            <a:spAutoFit/>
          </a:bodyPr>
          <a:lstStyle/>
          <a:p>
            <a:pPr>
              <a:defRPr/>
            </a:pPr>
            <a:endParaRPr lang="zh-CN" altLang="en-US">
              <a:latin typeface="+mj-lt"/>
              <a:ea typeface="+mn-ea"/>
              <a:cs typeface="+mn-cs"/>
            </a:endParaRPr>
          </a:p>
        </p:txBody>
      </p:sp>
      <p:sp>
        <p:nvSpPr>
          <p:cNvPr id="290822" name="Rectangle 6">
            <a:extLst>
              <a:ext uri="{FF2B5EF4-FFF2-40B4-BE49-F238E27FC236}">
                <a16:creationId xmlns:a16="http://schemas.microsoft.com/office/drawing/2014/main" id="{23489366-24F5-838E-4DD2-E95C6DF636D8}"/>
              </a:ext>
            </a:extLst>
          </p:cNvPr>
          <p:cNvSpPr>
            <a:spLocks noChangeArrowheads="1"/>
          </p:cNvSpPr>
          <p:nvPr/>
        </p:nvSpPr>
        <p:spPr bwMode="auto">
          <a:xfrm>
            <a:off x="0" y="2254250"/>
            <a:ext cx="184150" cy="460375"/>
          </a:xfrm>
          <a:prstGeom prst="rect">
            <a:avLst/>
          </a:prstGeom>
          <a:noFill/>
          <a:ln>
            <a:noFill/>
          </a:ln>
          <a:effectLst/>
        </p:spPr>
        <p:txBody>
          <a:bodyPr wrap="none" anchor="ctr">
            <a:spAutoFit/>
          </a:bodyPr>
          <a:lstStyle/>
          <a:p>
            <a:pPr>
              <a:defRPr/>
            </a:pPr>
            <a:endParaRPr lang="zh-CN" altLang="en-US">
              <a:latin typeface="+mj-lt"/>
              <a:ea typeface="+mn-ea"/>
              <a:cs typeface="+mn-cs"/>
            </a:endParaRPr>
          </a:p>
        </p:txBody>
      </p:sp>
      <p:graphicFrame>
        <p:nvGraphicFramePr>
          <p:cNvPr id="31750" name="Object 7">
            <a:extLst>
              <a:ext uri="{FF2B5EF4-FFF2-40B4-BE49-F238E27FC236}">
                <a16:creationId xmlns:a16="http://schemas.microsoft.com/office/drawing/2014/main" id="{D82D51EC-73F3-1ED7-F5A8-B732FE4F020A}"/>
              </a:ext>
            </a:extLst>
          </p:cNvPr>
          <p:cNvGraphicFramePr>
            <a:graphicFrameLocks noChangeAspect="1"/>
          </p:cNvGraphicFramePr>
          <p:nvPr/>
        </p:nvGraphicFramePr>
        <p:xfrm>
          <a:off x="152400" y="1828800"/>
          <a:ext cx="6705600" cy="4329113"/>
        </p:xfrm>
        <a:graphic>
          <a:graphicData uri="http://schemas.openxmlformats.org/presentationml/2006/ole">
            <mc:AlternateContent xmlns:mc="http://schemas.openxmlformats.org/markup-compatibility/2006">
              <mc:Choice xmlns:v="urn:schemas-microsoft-com:vml" Requires="v">
                <p:oleObj spid="_x0000_s2057" name="Picture" r:id="rId6" imgW="21958300" imgH="14160500" progId="Word.Picture.8">
                  <p:embed/>
                </p:oleObj>
              </mc:Choice>
              <mc:Fallback>
                <p:oleObj name="Picture" r:id="rId6" imgW="21958300" imgH="14160500" progId="Word.Picture.8">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1828800"/>
                        <a:ext cx="6705600" cy="432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0826" name="Rectangle 10">
            <a:extLst>
              <a:ext uri="{FF2B5EF4-FFF2-40B4-BE49-F238E27FC236}">
                <a16:creationId xmlns:a16="http://schemas.microsoft.com/office/drawing/2014/main" id="{9E4FB404-E27B-EAEE-EC32-D978A6B8B3CE}"/>
              </a:ext>
            </a:extLst>
          </p:cNvPr>
          <p:cNvSpPr>
            <a:spLocks noChangeArrowheads="1"/>
          </p:cNvSpPr>
          <p:nvPr/>
        </p:nvSpPr>
        <p:spPr bwMode="auto">
          <a:xfrm>
            <a:off x="173038" y="3203575"/>
            <a:ext cx="6705600" cy="3027363"/>
          </a:xfrm>
          <a:prstGeom prst="rect">
            <a:avLst/>
          </a:prstGeom>
          <a:solidFill>
            <a:schemeClr val="bg1"/>
          </a:solidFill>
          <a:ln w="12700">
            <a:solidFill>
              <a:schemeClr val="bg1"/>
            </a:solidFill>
            <a:miter lim="800000"/>
            <a:headEnd type="none" w="sm" len="sm"/>
            <a:tailEnd type="none" w="sm" len="sm"/>
          </a:ln>
          <a:effectLst/>
        </p:spPr>
        <p:txBody>
          <a:bodyPr wrap="none" anchor="ctr"/>
          <a:lstStyle/>
          <a:p>
            <a:pPr>
              <a:defRPr/>
            </a:pPr>
            <a:endParaRPr lang="zh-CN" altLang="en-US">
              <a:latin typeface="+mj-lt"/>
              <a:ea typeface="+mn-ea"/>
              <a:cs typeface="+mn-cs"/>
            </a:endParaRPr>
          </a:p>
        </p:txBody>
      </p:sp>
      <p:sp>
        <p:nvSpPr>
          <p:cNvPr id="290827" name="Rectangle 11">
            <a:extLst>
              <a:ext uri="{FF2B5EF4-FFF2-40B4-BE49-F238E27FC236}">
                <a16:creationId xmlns:a16="http://schemas.microsoft.com/office/drawing/2014/main" id="{54B77C95-B88C-4A65-4A95-AD45B277D611}"/>
              </a:ext>
            </a:extLst>
          </p:cNvPr>
          <p:cNvSpPr>
            <a:spLocks noChangeArrowheads="1"/>
          </p:cNvSpPr>
          <p:nvPr/>
        </p:nvSpPr>
        <p:spPr bwMode="auto">
          <a:xfrm>
            <a:off x="179388" y="2060575"/>
            <a:ext cx="1873250" cy="2413000"/>
          </a:xfrm>
          <a:prstGeom prst="rect">
            <a:avLst/>
          </a:prstGeom>
          <a:solidFill>
            <a:schemeClr val="bg1"/>
          </a:solidFill>
          <a:ln w="12700">
            <a:solidFill>
              <a:schemeClr val="bg1"/>
            </a:solidFill>
            <a:miter lim="800000"/>
            <a:headEnd type="none" w="sm" len="sm"/>
            <a:tailEnd type="none" w="sm" len="sm"/>
          </a:ln>
          <a:effectLst/>
        </p:spPr>
        <p:txBody>
          <a:bodyPr wrap="none" anchor="ctr"/>
          <a:lstStyle/>
          <a:p>
            <a:pPr>
              <a:defRPr/>
            </a:pPr>
            <a:endParaRPr lang="zh-CN" altLang="en-US">
              <a:latin typeface="+mj-lt"/>
              <a:ea typeface="+mn-ea"/>
              <a:cs typeface="+mn-cs"/>
            </a:endParaRPr>
          </a:p>
        </p:txBody>
      </p:sp>
      <p:sp>
        <p:nvSpPr>
          <p:cNvPr id="290828" name="Rectangle 12">
            <a:extLst>
              <a:ext uri="{FF2B5EF4-FFF2-40B4-BE49-F238E27FC236}">
                <a16:creationId xmlns:a16="http://schemas.microsoft.com/office/drawing/2014/main" id="{E7305436-1078-FBA0-70F9-381722E47035}"/>
              </a:ext>
            </a:extLst>
          </p:cNvPr>
          <p:cNvSpPr>
            <a:spLocks noChangeArrowheads="1"/>
          </p:cNvSpPr>
          <p:nvPr/>
        </p:nvSpPr>
        <p:spPr bwMode="auto">
          <a:xfrm>
            <a:off x="684213" y="2312988"/>
            <a:ext cx="1873250" cy="395287"/>
          </a:xfrm>
          <a:prstGeom prst="rect">
            <a:avLst/>
          </a:prstGeom>
          <a:solidFill>
            <a:schemeClr val="bg1"/>
          </a:solidFill>
          <a:ln w="12700">
            <a:solidFill>
              <a:schemeClr val="bg1"/>
            </a:solidFill>
            <a:miter lim="800000"/>
            <a:headEnd type="none" w="sm" len="sm"/>
            <a:tailEnd type="none" w="sm" len="sm"/>
          </a:ln>
          <a:effectLst/>
        </p:spPr>
        <p:txBody>
          <a:bodyPr wrap="none" anchor="ctr"/>
          <a:lstStyle/>
          <a:p>
            <a:pPr>
              <a:defRPr/>
            </a:pPr>
            <a:endParaRPr lang="zh-CN" altLang="en-US">
              <a:latin typeface="+mj-lt"/>
              <a:ea typeface="+mn-ea"/>
              <a:cs typeface="+mn-cs"/>
            </a:endParaRPr>
          </a:p>
        </p:txBody>
      </p:sp>
      <p:sp>
        <p:nvSpPr>
          <p:cNvPr id="290829" name="Rectangle 13">
            <a:extLst>
              <a:ext uri="{FF2B5EF4-FFF2-40B4-BE49-F238E27FC236}">
                <a16:creationId xmlns:a16="http://schemas.microsoft.com/office/drawing/2014/main" id="{4A707712-521A-4A99-0B76-44507B3B3F21}"/>
              </a:ext>
            </a:extLst>
          </p:cNvPr>
          <p:cNvSpPr>
            <a:spLocks noChangeArrowheads="1"/>
          </p:cNvSpPr>
          <p:nvPr/>
        </p:nvSpPr>
        <p:spPr bwMode="auto">
          <a:xfrm>
            <a:off x="2735263" y="3033713"/>
            <a:ext cx="144462" cy="395287"/>
          </a:xfrm>
          <a:prstGeom prst="rect">
            <a:avLst/>
          </a:prstGeom>
          <a:solidFill>
            <a:schemeClr val="bg1"/>
          </a:solidFill>
          <a:ln w="12700">
            <a:solidFill>
              <a:schemeClr val="bg1"/>
            </a:solidFill>
            <a:miter lim="800000"/>
            <a:headEnd type="none" w="sm" len="sm"/>
            <a:tailEnd type="none" w="sm" len="sm"/>
          </a:ln>
          <a:effectLst/>
        </p:spPr>
        <p:txBody>
          <a:bodyPr wrap="none" anchor="ctr"/>
          <a:lstStyle/>
          <a:p>
            <a:pPr>
              <a:defRPr/>
            </a:pPr>
            <a:endParaRPr lang="zh-CN" altLang="en-US">
              <a:latin typeface="+mj-lt"/>
              <a:ea typeface="+mn-ea"/>
              <a:cs typeface="+mn-cs"/>
            </a:endParaRPr>
          </a:p>
        </p:txBody>
      </p:sp>
      <p:sp>
        <p:nvSpPr>
          <p:cNvPr id="31755" name="标题 1">
            <a:extLst>
              <a:ext uri="{FF2B5EF4-FFF2-40B4-BE49-F238E27FC236}">
                <a16:creationId xmlns:a16="http://schemas.microsoft.com/office/drawing/2014/main" id="{826D6866-D81A-0439-F2DC-8900089722AB}"/>
              </a:ext>
            </a:extLst>
          </p:cNvPr>
          <p:cNvSpPr>
            <a:spLocks noGrp="1" noChangeArrowheads="1"/>
          </p:cNvSpPr>
          <p:nvPr>
            <p:ph type="title"/>
          </p:nvPr>
        </p:nvSpPr>
        <p:spPr/>
        <p:txBody>
          <a:bodyPr/>
          <a:lstStyle/>
          <a:p>
            <a:r>
              <a:rPr lang="en-US" altLang="zh-CN">
                <a:ea typeface="宋体" panose="02010600030101010101" pitchFamily="2" charset="-122"/>
              </a:rPr>
              <a:t>Trace Recursive factorial</a:t>
            </a:r>
            <a:endParaRPr kumimoji="1" lang="zh-CN" altLang="en-US"/>
          </a:p>
        </p:txBody>
      </p:sp>
      <p:sp>
        <p:nvSpPr>
          <p:cNvPr id="31756" name="灯片编号占位符 4">
            <a:extLst>
              <a:ext uri="{FF2B5EF4-FFF2-40B4-BE49-F238E27FC236}">
                <a16:creationId xmlns:a16="http://schemas.microsoft.com/office/drawing/2014/main" id="{65DA5980-0487-CB8A-3B0F-514D4761D944}"/>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77270501-E70E-5E4A-8F28-0231708B5FBA}"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6</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5" name="文本框 4">
            <a:extLst>
              <a:ext uri="{FF2B5EF4-FFF2-40B4-BE49-F238E27FC236}">
                <a16:creationId xmlns:a16="http://schemas.microsoft.com/office/drawing/2014/main" id="{732F2B82-CC83-3E83-5314-D9A11B90F782}"/>
              </a:ext>
            </a:extLst>
          </p:cNvPr>
          <p:cNvSpPr txBox="1"/>
          <p:nvPr/>
        </p:nvSpPr>
        <p:spPr>
          <a:xfrm>
            <a:off x="5572125" y="2435225"/>
            <a:ext cx="3349625" cy="461963"/>
          </a:xfrm>
          <a:prstGeom prst="rect">
            <a:avLst/>
          </a:prstGeom>
          <a:ln>
            <a:solidFill>
              <a:srgbClr val="3465CC"/>
            </a:solidFill>
          </a:ln>
        </p:spPr>
        <p:style>
          <a:lnRef idx="2">
            <a:schemeClr val="accent1"/>
          </a:lnRef>
          <a:fillRef idx="1">
            <a:schemeClr val="lt1"/>
          </a:fillRef>
          <a:effectRef idx="0">
            <a:schemeClr val="accent1"/>
          </a:effectRef>
          <a:fontRef idx="minor">
            <a:schemeClr val="dk1"/>
          </a:fontRef>
        </p:style>
        <p:txBody>
          <a:bodyPr>
            <a:spAutoFit/>
          </a:bodyPr>
          <a:lstStyle/>
          <a:p>
            <a:pPr algn="ctr">
              <a:defRPr/>
            </a:pPr>
            <a:r>
              <a:rPr lang="en-US" altLang="zh-CN" b="1" dirty="0">
                <a:latin typeface="+mj-lt"/>
                <a:ea typeface="宋体" charset="-122"/>
              </a:rPr>
              <a:t>Executes factorial(3)</a:t>
            </a:r>
          </a:p>
        </p:txBody>
      </p:sp>
      <p:sp>
        <p:nvSpPr>
          <p:cNvPr id="31758" name="下箭头 5">
            <a:extLst>
              <a:ext uri="{FF2B5EF4-FFF2-40B4-BE49-F238E27FC236}">
                <a16:creationId xmlns:a16="http://schemas.microsoft.com/office/drawing/2014/main" id="{1B2E0564-302C-69D6-1557-DB7F2CD16403}"/>
              </a:ext>
            </a:extLst>
          </p:cNvPr>
          <p:cNvSpPr>
            <a:spLocks noChangeArrowheads="1"/>
          </p:cNvSpPr>
          <p:nvPr/>
        </p:nvSpPr>
        <p:spPr bwMode="auto">
          <a:xfrm rot="-5883372">
            <a:off x="4569619" y="1889919"/>
            <a:ext cx="160338" cy="1771650"/>
          </a:xfrm>
          <a:prstGeom prst="downArrow">
            <a:avLst>
              <a:gd name="adj1" fmla="val 50000"/>
              <a:gd name="adj2" fmla="val 50183"/>
            </a:avLst>
          </a:prstGeom>
          <a:solidFill>
            <a:schemeClr val="bg1"/>
          </a:solidFill>
          <a:ln w="9525" algn="ctr">
            <a:solidFill>
              <a:schemeClr val="tx1"/>
            </a:solidFill>
            <a:round/>
            <a:headEnd/>
            <a:tailEnd/>
          </a:ln>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lgn="ctr" eaLnBrk="1" hangingPunct="1">
              <a:spcBef>
                <a:spcPct val="0"/>
              </a:spcBef>
              <a:buClrTx/>
              <a:buFontTx/>
              <a:buNone/>
            </a:pPr>
            <a:endParaRPr lang="zh-CN" altLang="en-US" sz="1800" b="0">
              <a:solidFill>
                <a:schemeClr val="tx1"/>
              </a:solidFill>
              <a:latin typeface="Times New Roman" panose="02020603050405020304" pitchFamily="18" charset="0"/>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4" name="Object 9">
            <a:extLst>
              <a:ext uri="{FF2B5EF4-FFF2-40B4-BE49-F238E27FC236}">
                <a16:creationId xmlns:a16="http://schemas.microsoft.com/office/drawing/2014/main" id="{441D7F04-72B1-231D-8378-AEEBB0341FC6}"/>
              </a:ext>
            </a:extLst>
          </p:cNvPr>
          <p:cNvGraphicFramePr>
            <a:graphicFrameLocks noGrp="1" noChangeAspect="1"/>
          </p:cNvGraphicFramePr>
          <p:nvPr>
            <p:ph idx="1"/>
          </p:nvPr>
        </p:nvGraphicFramePr>
        <p:xfrm>
          <a:off x="3976688" y="2644775"/>
          <a:ext cx="1066800" cy="2209800"/>
        </p:xfrm>
        <a:graphic>
          <a:graphicData uri="http://schemas.openxmlformats.org/presentationml/2006/ole">
            <mc:AlternateContent xmlns:mc="http://schemas.openxmlformats.org/markup-compatibility/2006">
              <mc:Choice xmlns:v="urn:schemas-microsoft-com:vml" Requires="v">
                <p:oleObj spid="_x0000_s3080" name="Picture" r:id="rId4" imgW="6413500" imgH="13246100" progId="Word.Picture.8">
                  <p:embed/>
                </p:oleObj>
              </mc:Choice>
              <mc:Fallback>
                <p:oleObj name="Picture" r:id="rId4" imgW="6413500" imgH="13246100" progId="Word.Picture.8">
                  <p:embed/>
                  <p:pic>
                    <p:nvPicPr>
                      <p:cNvPr id="0" name="Object 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6688" y="2644775"/>
                        <a:ext cx="1066800" cy="22098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2867" name="Rectangle 3">
            <a:extLst>
              <a:ext uri="{FF2B5EF4-FFF2-40B4-BE49-F238E27FC236}">
                <a16:creationId xmlns:a16="http://schemas.microsoft.com/office/drawing/2014/main" id="{B7833F9F-DB76-B76A-5739-9FB5BD24E500}"/>
              </a:ext>
            </a:extLst>
          </p:cNvPr>
          <p:cNvSpPr>
            <a:spLocks noChangeArrowheads="1"/>
          </p:cNvSpPr>
          <p:nvPr/>
        </p:nvSpPr>
        <p:spPr bwMode="auto">
          <a:xfrm>
            <a:off x="1428750" y="1798638"/>
            <a:ext cx="9144000" cy="461962"/>
          </a:xfrm>
          <a:prstGeom prst="rect">
            <a:avLst/>
          </a:prstGeom>
          <a:noFill/>
          <a:ln>
            <a:noFill/>
          </a:ln>
          <a:effectLst/>
        </p:spPr>
        <p:txBody>
          <a:bodyPr>
            <a:spAutoFit/>
          </a:bodyPr>
          <a:lstStyle/>
          <a:p>
            <a:pPr>
              <a:defRPr/>
            </a:pPr>
            <a:endParaRPr lang="zh-CN" altLang="en-US">
              <a:latin typeface="+mj-lt"/>
              <a:ea typeface="+mn-ea"/>
              <a:cs typeface="+mn-cs"/>
            </a:endParaRPr>
          </a:p>
        </p:txBody>
      </p:sp>
      <p:sp>
        <p:nvSpPr>
          <p:cNvPr id="292868" name="Rectangle 4">
            <a:extLst>
              <a:ext uri="{FF2B5EF4-FFF2-40B4-BE49-F238E27FC236}">
                <a16:creationId xmlns:a16="http://schemas.microsoft.com/office/drawing/2014/main" id="{6AD59F2A-D116-E7B6-4578-8D7E82594809}"/>
              </a:ext>
            </a:extLst>
          </p:cNvPr>
          <p:cNvSpPr>
            <a:spLocks noChangeArrowheads="1"/>
          </p:cNvSpPr>
          <p:nvPr/>
        </p:nvSpPr>
        <p:spPr bwMode="auto">
          <a:xfrm>
            <a:off x="0" y="2254250"/>
            <a:ext cx="184150" cy="460375"/>
          </a:xfrm>
          <a:prstGeom prst="rect">
            <a:avLst/>
          </a:prstGeom>
          <a:noFill/>
          <a:ln>
            <a:noFill/>
          </a:ln>
          <a:effectLst/>
        </p:spPr>
        <p:txBody>
          <a:bodyPr wrap="none" anchor="ctr">
            <a:spAutoFit/>
          </a:bodyPr>
          <a:lstStyle/>
          <a:p>
            <a:pPr>
              <a:defRPr/>
            </a:pPr>
            <a:endParaRPr lang="zh-CN" altLang="en-US">
              <a:latin typeface="+mj-lt"/>
              <a:ea typeface="+mn-ea"/>
              <a:cs typeface="+mn-cs"/>
            </a:endParaRPr>
          </a:p>
        </p:txBody>
      </p:sp>
      <p:sp>
        <p:nvSpPr>
          <p:cNvPr id="292870" name="Rectangle 6">
            <a:extLst>
              <a:ext uri="{FF2B5EF4-FFF2-40B4-BE49-F238E27FC236}">
                <a16:creationId xmlns:a16="http://schemas.microsoft.com/office/drawing/2014/main" id="{6A3D04A1-DDB4-267E-E2FB-D156A2279C0B}"/>
              </a:ext>
            </a:extLst>
          </p:cNvPr>
          <p:cNvSpPr>
            <a:spLocks noChangeArrowheads="1"/>
          </p:cNvSpPr>
          <p:nvPr/>
        </p:nvSpPr>
        <p:spPr bwMode="auto">
          <a:xfrm>
            <a:off x="0" y="2254250"/>
            <a:ext cx="184150" cy="460375"/>
          </a:xfrm>
          <a:prstGeom prst="rect">
            <a:avLst/>
          </a:prstGeom>
          <a:noFill/>
          <a:ln>
            <a:noFill/>
          </a:ln>
          <a:effectLst/>
        </p:spPr>
        <p:txBody>
          <a:bodyPr wrap="none" anchor="ctr">
            <a:spAutoFit/>
          </a:bodyPr>
          <a:lstStyle/>
          <a:p>
            <a:pPr>
              <a:defRPr/>
            </a:pPr>
            <a:endParaRPr lang="zh-CN" altLang="en-US">
              <a:latin typeface="+mj-lt"/>
              <a:ea typeface="+mn-ea"/>
              <a:cs typeface="+mn-cs"/>
            </a:endParaRPr>
          </a:p>
        </p:txBody>
      </p:sp>
      <p:graphicFrame>
        <p:nvGraphicFramePr>
          <p:cNvPr id="33798" name="Object 7">
            <a:extLst>
              <a:ext uri="{FF2B5EF4-FFF2-40B4-BE49-F238E27FC236}">
                <a16:creationId xmlns:a16="http://schemas.microsoft.com/office/drawing/2014/main" id="{31A451EA-DEE6-0C26-570B-8E1C51007AA0}"/>
              </a:ext>
            </a:extLst>
          </p:cNvPr>
          <p:cNvGraphicFramePr>
            <a:graphicFrameLocks noChangeAspect="1"/>
          </p:cNvGraphicFramePr>
          <p:nvPr/>
        </p:nvGraphicFramePr>
        <p:xfrm>
          <a:off x="155575" y="1827213"/>
          <a:ext cx="6699250" cy="4332287"/>
        </p:xfrm>
        <a:graphic>
          <a:graphicData uri="http://schemas.openxmlformats.org/presentationml/2006/ole">
            <mc:AlternateContent xmlns:mc="http://schemas.openxmlformats.org/markup-compatibility/2006">
              <mc:Choice xmlns:v="urn:schemas-microsoft-com:vml" Requires="v">
                <p:oleObj spid="_x0000_s3081" name="Picture" r:id="rId6" imgW="22009100" imgH="14173200" progId="Word.Picture.8">
                  <p:embed/>
                </p:oleObj>
              </mc:Choice>
              <mc:Fallback>
                <p:oleObj name="Picture" r:id="rId6" imgW="22009100" imgH="14173200" progId="Word.Picture.8">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5575" y="1827213"/>
                        <a:ext cx="6699250" cy="4332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2874" name="Rectangle 10">
            <a:extLst>
              <a:ext uri="{FF2B5EF4-FFF2-40B4-BE49-F238E27FC236}">
                <a16:creationId xmlns:a16="http://schemas.microsoft.com/office/drawing/2014/main" id="{57F874A7-2D43-E501-6397-7B7DDF169F07}"/>
              </a:ext>
            </a:extLst>
          </p:cNvPr>
          <p:cNvSpPr>
            <a:spLocks noChangeArrowheads="1"/>
          </p:cNvSpPr>
          <p:nvPr/>
        </p:nvSpPr>
        <p:spPr bwMode="auto">
          <a:xfrm>
            <a:off x="179388" y="3975100"/>
            <a:ext cx="6477000" cy="2271713"/>
          </a:xfrm>
          <a:prstGeom prst="rect">
            <a:avLst/>
          </a:prstGeom>
          <a:solidFill>
            <a:schemeClr val="bg1"/>
          </a:solidFill>
          <a:ln w="12700">
            <a:solidFill>
              <a:schemeClr val="bg1"/>
            </a:solidFill>
            <a:miter lim="800000"/>
            <a:headEnd type="none" w="sm" len="sm"/>
            <a:tailEnd type="none" w="sm" len="sm"/>
          </a:ln>
          <a:effectLst/>
        </p:spPr>
        <p:txBody>
          <a:bodyPr wrap="none" anchor="ctr"/>
          <a:lstStyle/>
          <a:p>
            <a:pPr>
              <a:defRPr/>
            </a:pPr>
            <a:endParaRPr lang="zh-CN" altLang="en-US">
              <a:latin typeface="+mj-lt"/>
              <a:ea typeface="+mn-ea"/>
              <a:cs typeface="+mn-cs"/>
            </a:endParaRPr>
          </a:p>
        </p:txBody>
      </p:sp>
      <p:sp>
        <p:nvSpPr>
          <p:cNvPr id="292875" name="Rectangle 11">
            <a:extLst>
              <a:ext uri="{FF2B5EF4-FFF2-40B4-BE49-F238E27FC236}">
                <a16:creationId xmlns:a16="http://schemas.microsoft.com/office/drawing/2014/main" id="{FFAC42B1-BB9C-F205-E0B1-240BD795A3E7}"/>
              </a:ext>
            </a:extLst>
          </p:cNvPr>
          <p:cNvSpPr>
            <a:spLocks noChangeArrowheads="1"/>
          </p:cNvSpPr>
          <p:nvPr/>
        </p:nvSpPr>
        <p:spPr bwMode="auto">
          <a:xfrm>
            <a:off x="179388" y="2060575"/>
            <a:ext cx="1873250" cy="2413000"/>
          </a:xfrm>
          <a:prstGeom prst="rect">
            <a:avLst/>
          </a:prstGeom>
          <a:solidFill>
            <a:schemeClr val="bg1"/>
          </a:solidFill>
          <a:ln w="12700">
            <a:solidFill>
              <a:schemeClr val="bg1"/>
            </a:solidFill>
            <a:miter lim="800000"/>
            <a:headEnd type="none" w="sm" len="sm"/>
            <a:tailEnd type="none" w="sm" len="sm"/>
          </a:ln>
          <a:effectLst/>
        </p:spPr>
        <p:txBody>
          <a:bodyPr wrap="none" anchor="ctr"/>
          <a:lstStyle/>
          <a:p>
            <a:pPr>
              <a:defRPr/>
            </a:pPr>
            <a:endParaRPr lang="zh-CN" altLang="en-US">
              <a:latin typeface="+mj-lt"/>
              <a:ea typeface="+mn-ea"/>
              <a:cs typeface="+mn-cs"/>
            </a:endParaRPr>
          </a:p>
        </p:txBody>
      </p:sp>
      <p:sp>
        <p:nvSpPr>
          <p:cNvPr id="292876" name="Rectangle 12">
            <a:extLst>
              <a:ext uri="{FF2B5EF4-FFF2-40B4-BE49-F238E27FC236}">
                <a16:creationId xmlns:a16="http://schemas.microsoft.com/office/drawing/2014/main" id="{01B49614-D9E8-443B-EFC3-09C16CE21429}"/>
              </a:ext>
            </a:extLst>
          </p:cNvPr>
          <p:cNvSpPr>
            <a:spLocks noChangeArrowheads="1"/>
          </p:cNvSpPr>
          <p:nvPr/>
        </p:nvSpPr>
        <p:spPr bwMode="auto">
          <a:xfrm>
            <a:off x="684213" y="2312988"/>
            <a:ext cx="1873250" cy="395287"/>
          </a:xfrm>
          <a:prstGeom prst="rect">
            <a:avLst/>
          </a:prstGeom>
          <a:solidFill>
            <a:schemeClr val="bg1"/>
          </a:solidFill>
          <a:ln w="12700">
            <a:solidFill>
              <a:schemeClr val="bg1"/>
            </a:solidFill>
            <a:miter lim="800000"/>
            <a:headEnd type="none" w="sm" len="sm"/>
            <a:tailEnd type="none" w="sm" len="sm"/>
          </a:ln>
          <a:effectLst/>
        </p:spPr>
        <p:txBody>
          <a:bodyPr wrap="none" anchor="ctr"/>
          <a:lstStyle/>
          <a:p>
            <a:pPr>
              <a:defRPr/>
            </a:pPr>
            <a:endParaRPr lang="zh-CN" altLang="en-US">
              <a:latin typeface="+mj-lt"/>
              <a:ea typeface="+mn-ea"/>
              <a:cs typeface="+mn-cs"/>
            </a:endParaRPr>
          </a:p>
        </p:txBody>
      </p:sp>
      <p:sp>
        <p:nvSpPr>
          <p:cNvPr id="292877" name="Rectangle 13">
            <a:extLst>
              <a:ext uri="{FF2B5EF4-FFF2-40B4-BE49-F238E27FC236}">
                <a16:creationId xmlns:a16="http://schemas.microsoft.com/office/drawing/2014/main" id="{5E5C2033-AB6F-BE3C-13BB-DED5D5A71409}"/>
              </a:ext>
            </a:extLst>
          </p:cNvPr>
          <p:cNvSpPr>
            <a:spLocks noChangeArrowheads="1"/>
          </p:cNvSpPr>
          <p:nvPr/>
        </p:nvSpPr>
        <p:spPr bwMode="auto">
          <a:xfrm>
            <a:off x="2735263" y="3033713"/>
            <a:ext cx="144462" cy="395287"/>
          </a:xfrm>
          <a:prstGeom prst="rect">
            <a:avLst/>
          </a:prstGeom>
          <a:solidFill>
            <a:schemeClr val="bg1"/>
          </a:solidFill>
          <a:ln w="12700">
            <a:solidFill>
              <a:schemeClr val="bg1"/>
            </a:solidFill>
            <a:miter lim="800000"/>
            <a:headEnd type="none" w="sm" len="sm"/>
            <a:tailEnd type="none" w="sm" len="sm"/>
          </a:ln>
          <a:effectLst/>
        </p:spPr>
        <p:txBody>
          <a:bodyPr wrap="none" anchor="ctr"/>
          <a:lstStyle/>
          <a:p>
            <a:pPr>
              <a:defRPr/>
            </a:pPr>
            <a:endParaRPr lang="zh-CN" altLang="en-US">
              <a:latin typeface="+mj-lt"/>
              <a:ea typeface="+mn-ea"/>
              <a:cs typeface="+mn-cs"/>
            </a:endParaRPr>
          </a:p>
        </p:txBody>
      </p:sp>
      <p:sp>
        <p:nvSpPr>
          <p:cNvPr id="292878" name="Rectangle 14">
            <a:extLst>
              <a:ext uri="{FF2B5EF4-FFF2-40B4-BE49-F238E27FC236}">
                <a16:creationId xmlns:a16="http://schemas.microsoft.com/office/drawing/2014/main" id="{909B6E46-3A95-AB0A-686D-BFEAEFFD3A7C}"/>
              </a:ext>
            </a:extLst>
          </p:cNvPr>
          <p:cNvSpPr>
            <a:spLocks noChangeArrowheads="1"/>
          </p:cNvSpPr>
          <p:nvPr/>
        </p:nvSpPr>
        <p:spPr bwMode="auto">
          <a:xfrm>
            <a:off x="1295400" y="3068638"/>
            <a:ext cx="1512888" cy="431800"/>
          </a:xfrm>
          <a:prstGeom prst="rect">
            <a:avLst/>
          </a:prstGeom>
          <a:solidFill>
            <a:schemeClr val="bg1"/>
          </a:solidFill>
          <a:ln w="12700">
            <a:solidFill>
              <a:schemeClr val="bg1"/>
            </a:solidFill>
            <a:miter lim="800000"/>
            <a:headEnd type="none" w="sm" len="sm"/>
            <a:tailEnd type="none" w="sm" len="sm"/>
          </a:ln>
          <a:effectLst/>
        </p:spPr>
        <p:txBody>
          <a:bodyPr wrap="none" anchor="ctr"/>
          <a:lstStyle/>
          <a:p>
            <a:pPr>
              <a:defRPr/>
            </a:pPr>
            <a:endParaRPr lang="zh-CN" altLang="en-US">
              <a:latin typeface="+mj-lt"/>
              <a:ea typeface="+mn-ea"/>
              <a:cs typeface="+mn-cs"/>
            </a:endParaRPr>
          </a:p>
        </p:txBody>
      </p:sp>
      <p:sp>
        <p:nvSpPr>
          <p:cNvPr id="292879" name="Rectangle 15">
            <a:extLst>
              <a:ext uri="{FF2B5EF4-FFF2-40B4-BE49-F238E27FC236}">
                <a16:creationId xmlns:a16="http://schemas.microsoft.com/office/drawing/2014/main" id="{F28A6B60-1C42-3181-F3F6-8A8A31A39160}"/>
              </a:ext>
            </a:extLst>
          </p:cNvPr>
          <p:cNvSpPr>
            <a:spLocks noChangeArrowheads="1"/>
          </p:cNvSpPr>
          <p:nvPr/>
        </p:nvSpPr>
        <p:spPr bwMode="auto">
          <a:xfrm>
            <a:off x="900113" y="3392488"/>
            <a:ext cx="1512887" cy="431800"/>
          </a:xfrm>
          <a:prstGeom prst="rect">
            <a:avLst/>
          </a:prstGeom>
          <a:solidFill>
            <a:schemeClr val="bg1"/>
          </a:solidFill>
          <a:ln w="12700">
            <a:solidFill>
              <a:schemeClr val="bg1"/>
            </a:solidFill>
            <a:miter lim="800000"/>
            <a:headEnd type="none" w="sm" len="sm"/>
            <a:tailEnd type="none" w="sm" len="sm"/>
          </a:ln>
          <a:effectLst/>
        </p:spPr>
        <p:txBody>
          <a:bodyPr wrap="none" anchor="ctr"/>
          <a:lstStyle/>
          <a:p>
            <a:pPr>
              <a:defRPr/>
            </a:pPr>
            <a:endParaRPr lang="zh-CN" altLang="en-US">
              <a:latin typeface="+mj-lt"/>
              <a:ea typeface="+mn-ea"/>
              <a:cs typeface="+mn-cs"/>
            </a:endParaRPr>
          </a:p>
        </p:txBody>
      </p:sp>
      <p:sp>
        <p:nvSpPr>
          <p:cNvPr id="33805" name="标题 1">
            <a:extLst>
              <a:ext uri="{FF2B5EF4-FFF2-40B4-BE49-F238E27FC236}">
                <a16:creationId xmlns:a16="http://schemas.microsoft.com/office/drawing/2014/main" id="{FD5D37C5-7ABC-38A9-740F-66899FEDA85B}"/>
              </a:ext>
            </a:extLst>
          </p:cNvPr>
          <p:cNvSpPr>
            <a:spLocks noGrp="1" noChangeArrowheads="1"/>
          </p:cNvSpPr>
          <p:nvPr>
            <p:ph type="title"/>
          </p:nvPr>
        </p:nvSpPr>
        <p:spPr/>
        <p:txBody>
          <a:bodyPr/>
          <a:lstStyle/>
          <a:p>
            <a:r>
              <a:rPr lang="en-US" altLang="zh-CN">
                <a:ea typeface="宋体" panose="02010600030101010101" pitchFamily="2" charset="-122"/>
              </a:rPr>
              <a:t>Trace Recursive factorial</a:t>
            </a:r>
            <a:endParaRPr kumimoji="1" lang="zh-CN" altLang="en-US"/>
          </a:p>
        </p:txBody>
      </p:sp>
      <p:sp>
        <p:nvSpPr>
          <p:cNvPr id="33806" name="灯片编号占位符 4">
            <a:extLst>
              <a:ext uri="{FF2B5EF4-FFF2-40B4-BE49-F238E27FC236}">
                <a16:creationId xmlns:a16="http://schemas.microsoft.com/office/drawing/2014/main" id="{33A11440-0E6A-6635-2EEA-0EF19722AA30}"/>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AB120D4D-87FB-6543-9836-E1D0C5764863}"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7</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8" name="文本框 7">
            <a:extLst>
              <a:ext uri="{FF2B5EF4-FFF2-40B4-BE49-F238E27FC236}">
                <a16:creationId xmlns:a16="http://schemas.microsoft.com/office/drawing/2014/main" id="{989B429C-1BE6-1A9F-918D-EEC3E5D9B8E6}"/>
              </a:ext>
            </a:extLst>
          </p:cNvPr>
          <p:cNvSpPr txBox="1"/>
          <p:nvPr/>
        </p:nvSpPr>
        <p:spPr>
          <a:xfrm>
            <a:off x="5730875" y="3130550"/>
            <a:ext cx="3094038" cy="460375"/>
          </a:xfrm>
          <a:prstGeom prst="rect">
            <a:avLst/>
          </a:prstGeom>
          <a:ln>
            <a:solidFill>
              <a:srgbClr val="3465CC"/>
            </a:solidFill>
          </a:ln>
        </p:spPr>
        <p:style>
          <a:lnRef idx="2">
            <a:schemeClr val="accent1"/>
          </a:lnRef>
          <a:fillRef idx="1">
            <a:schemeClr val="lt1"/>
          </a:fillRef>
          <a:effectRef idx="0">
            <a:schemeClr val="accent1"/>
          </a:effectRef>
          <a:fontRef idx="minor">
            <a:schemeClr val="dk1"/>
          </a:fontRef>
        </p:style>
        <p:txBody>
          <a:bodyPr>
            <a:spAutoFit/>
          </a:bodyPr>
          <a:lstStyle/>
          <a:p>
            <a:pPr algn="ctr">
              <a:defRPr/>
            </a:pPr>
            <a:r>
              <a:rPr lang="en-US" altLang="zh-CN" b="1" dirty="0">
                <a:latin typeface="+mj-lt"/>
                <a:ea typeface="宋体" charset="-122"/>
              </a:rPr>
              <a:t>Executes factorial(2)</a:t>
            </a:r>
          </a:p>
        </p:txBody>
      </p:sp>
      <p:sp>
        <p:nvSpPr>
          <p:cNvPr id="33808" name="下箭头 8">
            <a:extLst>
              <a:ext uri="{FF2B5EF4-FFF2-40B4-BE49-F238E27FC236}">
                <a16:creationId xmlns:a16="http://schemas.microsoft.com/office/drawing/2014/main" id="{B9FBCA60-C2D8-4EF4-122B-E21BA502DA39}"/>
              </a:ext>
            </a:extLst>
          </p:cNvPr>
          <p:cNvSpPr>
            <a:spLocks noChangeArrowheads="1"/>
          </p:cNvSpPr>
          <p:nvPr/>
        </p:nvSpPr>
        <p:spPr bwMode="auto">
          <a:xfrm rot="-5992475">
            <a:off x="4871244" y="2853531"/>
            <a:ext cx="111125" cy="1376363"/>
          </a:xfrm>
          <a:prstGeom prst="downArrow">
            <a:avLst>
              <a:gd name="adj1" fmla="val 50000"/>
              <a:gd name="adj2" fmla="val 50174"/>
            </a:avLst>
          </a:prstGeom>
          <a:solidFill>
            <a:schemeClr val="bg1"/>
          </a:solidFill>
          <a:ln w="9525" algn="ctr">
            <a:solidFill>
              <a:schemeClr val="tx1"/>
            </a:solidFill>
            <a:round/>
            <a:headEnd/>
            <a:tailEnd/>
          </a:ln>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lgn="ctr" eaLnBrk="1" hangingPunct="1">
              <a:spcBef>
                <a:spcPct val="0"/>
              </a:spcBef>
              <a:buClrTx/>
              <a:buFontTx/>
              <a:buNone/>
            </a:pPr>
            <a:endParaRPr lang="zh-CN" altLang="en-US" sz="1800" b="0">
              <a:solidFill>
                <a:schemeClr val="tx1"/>
              </a:solidFill>
              <a:latin typeface="Times New Roman" panose="02020603050405020304" pitchFamily="18" charset="0"/>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Object 9">
            <a:extLst>
              <a:ext uri="{FF2B5EF4-FFF2-40B4-BE49-F238E27FC236}">
                <a16:creationId xmlns:a16="http://schemas.microsoft.com/office/drawing/2014/main" id="{26D5A52D-A5D2-87DA-4640-EFA63F44EC48}"/>
              </a:ext>
            </a:extLst>
          </p:cNvPr>
          <p:cNvGraphicFramePr>
            <a:graphicFrameLocks noGrp="1" noChangeAspect="1"/>
          </p:cNvGraphicFramePr>
          <p:nvPr>
            <p:ph idx="1"/>
          </p:nvPr>
        </p:nvGraphicFramePr>
        <p:xfrm>
          <a:off x="3976688" y="2644775"/>
          <a:ext cx="1066800" cy="2209800"/>
        </p:xfrm>
        <a:graphic>
          <a:graphicData uri="http://schemas.openxmlformats.org/presentationml/2006/ole">
            <mc:AlternateContent xmlns:mc="http://schemas.openxmlformats.org/markup-compatibility/2006">
              <mc:Choice xmlns:v="urn:schemas-microsoft-com:vml" Requires="v">
                <p:oleObj spid="_x0000_s4104" name="Picture" r:id="rId4" imgW="6413500" imgH="13246100" progId="Word.Picture.8">
                  <p:embed/>
                </p:oleObj>
              </mc:Choice>
              <mc:Fallback>
                <p:oleObj name="Picture" r:id="rId4" imgW="6413500" imgH="13246100" progId="Word.Picture.8">
                  <p:embed/>
                  <p:pic>
                    <p:nvPicPr>
                      <p:cNvPr id="0" name="Object 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6688" y="2644775"/>
                        <a:ext cx="1066800" cy="22098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3" name="Rectangle 3">
            <a:extLst>
              <a:ext uri="{FF2B5EF4-FFF2-40B4-BE49-F238E27FC236}">
                <a16:creationId xmlns:a16="http://schemas.microsoft.com/office/drawing/2014/main" id="{29EA6A67-190E-F81D-2CA4-10DE2AD09647}"/>
              </a:ext>
            </a:extLst>
          </p:cNvPr>
          <p:cNvSpPr>
            <a:spLocks noChangeArrowheads="1"/>
          </p:cNvSpPr>
          <p:nvPr/>
        </p:nvSpPr>
        <p:spPr bwMode="auto">
          <a:xfrm>
            <a:off x="1428750" y="1798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5844" name="Rectangle 4">
            <a:extLst>
              <a:ext uri="{FF2B5EF4-FFF2-40B4-BE49-F238E27FC236}">
                <a16:creationId xmlns:a16="http://schemas.microsoft.com/office/drawing/2014/main" id="{8AE1C0D8-90A5-871C-6269-0ADB20CECF60}"/>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5845" name="Rectangle 6">
            <a:extLst>
              <a:ext uri="{FF2B5EF4-FFF2-40B4-BE49-F238E27FC236}">
                <a16:creationId xmlns:a16="http://schemas.microsoft.com/office/drawing/2014/main" id="{1C85A816-9386-3EBD-1627-99F38D786292}"/>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aphicFrame>
        <p:nvGraphicFramePr>
          <p:cNvPr id="35846" name="Object 7">
            <a:extLst>
              <a:ext uri="{FF2B5EF4-FFF2-40B4-BE49-F238E27FC236}">
                <a16:creationId xmlns:a16="http://schemas.microsoft.com/office/drawing/2014/main" id="{B908C751-0F05-DAE0-B5D2-65E0E885EA25}"/>
              </a:ext>
            </a:extLst>
          </p:cNvPr>
          <p:cNvGraphicFramePr>
            <a:graphicFrameLocks noChangeAspect="1"/>
          </p:cNvGraphicFramePr>
          <p:nvPr/>
        </p:nvGraphicFramePr>
        <p:xfrm>
          <a:off x="152400" y="1828800"/>
          <a:ext cx="6705600" cy="4329113"/>
        </p:xfrm>
        <a:graphic>
          <a:graphicData uri="http://schemas.openxmlformats.org/presentationml/2006/ole">
            <mc:AlternateContent xmlns:mc="http://schemas.openxmlformats.org/markup-compatibility/2006">
              <mc:Choice xmlns:v="urn:schemas-microsoft-com:vml" Requires="v">
                <p:oleObj spid="_x0000_s4105" name="Picture" r:id="rId6" imgW="21958300" imgH="14160500" progId="Word.Picture.8">
                  <p:embed/>
                </p:oleObj>
              </mc:Choice>
              <mc:Fallback>
                <p:oleObj name="Picture" r:id="rId6" imgW="21958300" imgH="14160500" progId="Word.Picture.8">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1828800"/>
                        <a:ext cx="6705600" cy="432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7" name="Rectangle 10">
            <a:extLst>
              <a:ext uri="{FF2B5EF4-FFF2-40B4-BE49-F238E27FC236}">
                <a16:creationId xmlns:a16="http://schemas.microsoft.com/office/drawing/2014/main" id="{035B9587-1627-5C15-7C22-493A745ADB71}"/>
              </a:ext>
            </a:extLst>
          </p:cNvPr>
          <p:cNvSpPr>
            <a:spLocks noChangeArrowheads="1"/>
          </p:cNvSpPr>
          <p:nvPr/>
        </p:nvSpPr>
        <p:spPr bwMode="auto">
          <a:xfrm>
            <a:off x="266700" y="4678363"/>
            <a:ext cx="6477000" cy="1550987"/>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5848" name="Rectangle 11">
            <a:extLst>
              <a:ext uri="{FF2B5EF4-FFF2-40B4-BE49-F238E27FC236}">
                <a16:creationId xmlns:a16="http://schemas.microsoft.com/office/drawing/2014/main" id="{1478DE2A-AC5D-7F25-FCF6-AFCD378D03F8}"/>
              </a:ext>
            </a:extLst>
          </p:cNvPr>
          <p:cNvSpPr>
            <a:spLocks noChangeArrowheads="1"/>
          </p:cNvSpPr>
          <p:nvPr/>
        </p:nvSpPr>
        <p:spPr bwMode="auto">
          <a:xfrm>
            <a:off x="179388" y="2060575"/>
            <a:ext cx="1873250" cy="24130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5849" name="Rectangle 12">
            <a:extLst>
              <a:ext uri="{FF2B5EF4-FFF2-40B4-BE49-F238E27FC236}">
                <a16:creationId xmlns:a16="http://schemas.microsoft.com/office/drawing/2014/main" id="{8128EE21-91EA-8E9A-A7B2-5B44C1537B62}"/>
              </a:ext>
            </a:extLst>
          </p:cNvPr>
          <p:cNvSpPr>
            <a:spLocks noChangeArrowheads="1"/>
          </p:cNvSpPr>
          <p:nvPr/>
        </p:nvSpPr>
        <p:spPr bwMode="auto">
          <a:xfrm>
            <a:off x="684213" y="2312988"/>
            <a:ext cx="1873250" cy="395287"/>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5850" name="Rectangle 13">
            <a:extLst>
              <a:ext uri="{FF2B5EF4-FFF2-40B4-BE49-F238E27FC236}">
                <a16:creationId xmlns:a16="http://schemas.microsoft.com/office/drawing/2014/main" id="{2499ED59-333D-F4C9-1855-68111C3856C9}"/>
              </a:ext>
            </a:extLst>
          </p:cNvPr>
          <p:cNvSpPr>
            <a:spLocks noChangeArrowheads="1"/>
          </p:cNvSpPr>
          <p:nvPr/>
        </p:nvSpPr>
        <p:spPr bwMode="auto">
          <a:xfrm>
            <a:off x="2735263" y="3033713"/>
            <a:ext cx="144462" cy="395287"/>
          </a:xfrm>
          <a:prstGeom prst="rect">
            <a:avLst/>
          </a:prstGeom>
          <a:solidFill>
            <a:schemeClr val="tx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5851" name="Rectangle 14">
            <a:extLst>
              <a:ext uri="{FF2B5EF4-FFF2-40B4-BE49-F238E27FC236}">
                <a16:creationId xmlns:a16="http://schemas.microsoft.com/office/drawing/2014/main" id="{AEB51837-E9F2-EBDE-C1AA-72C17DBF95E2}"/>
              </a:ext>
            </a:extLst>
          </p:cNvPr>
          <p:cNvSpPr>
            <a:spLocks noChangeArrowheads="1"/>
          </p:cNvSpPr>
          <p:nvPr/>
        </p:nvSpPr>
        <p:spPr bwMode="auto">
          <a:xfrm>
            <a:off x="1377950" y="3032125"/>
            <a:ext cx="1512888"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5852" name="Rectangle 15">
            <a:extLst>
              <a:ext uri="{FF2B5EF4-FFF2-40B4-BE49-F238E27FC236}">
                <a16:creationId xmlns:a16="http://schemas.microsoft.com/office/drawing/2014/main" id="{0A725430-F49C-EFC4-6BEA-FD3E9BB6868E}"/>
              </a:ext>
            </a:extLst>
          </p:cNvPr>
          <p:cNvSpPr>
            <a:spLocks noChangeArrowheads="1"/>
          </p:cNvSpPr>
          <p:nvPr/>
        </p:nvSpPr>
        <p:spPr bwMode="auto">
          <a:xfrm>
            <a:off x="900113" y="3392488"/>
            <a:ext cx="1512887"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5853" name="Rectangle 16">
            <a:extLst>
              <a:ext uri="{FF2B5EF4-FFF2-40B4-BE49-F238E27FC236}">
                <a16:creationId xmlns:a16="http://schemas.microsoft.com/office/drawing/2014/main" id="{9136EF8C-CE8E-6740-4AA9-9EEDCF52435C}"/>
              </a:ext>
            </a:extLst>
          </p:cNvPr>
          <p:cNvSpPr>
            <a:spLocks noChangeArrowheads="1"/>
          </p:cNvSpPr>
          <p:nvPr/>
        </p:nvSpPr>
        <p:spPr bwMode="auto">
          <a:xfrm>
            <a:off x="468313" y="3824288"/>
            <a:ext cx="3059112" cy="433387"/>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5854" name="Rectangle 17">
            <a:extLst>
              <a:ext uri="{FF2B5EF4-FFF2-40B4-BE49-F238E27FC236}">
                <a16:creationId xmlns:a16="http://schemas.microsoft.com/office/drawing/2014/main" id="{19BDC3D6-1AD1-D1A9-BA80-FDD1A936CB4F}"/>
              </a:ext>
            </a:extLst>
          </p:cNvPr>
          <p:cNvSpPr>
            <a:spLocks noChangeArrowheads="1"/>
          </p:cNvSpPr>
          <p:nvPr/>
        </p:nvSpPr>
        <p:spPr bwMode="auto">
          <a:xfrm>
            <a:off x="539750" y="4184650"/>
            <a:ext cx="2303463" cy="433388"/>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5855" name="标题 1">
            <a:extLst>
              <a:ext uri="{FF2B5EF4-FFF2-40B4-BE49-F238E27FC236}">
                <a16:creationId xmlns:a16="http://schemas.microsoft.com/office/drawing/2014/main" id="{3D842243-2963-0754-53B2-3A2C686A7E48}"/>
              </a:ext>
            </a:extLst>
          </p:cNvPr>
          <p:cNvSpPr>
            <a:spLocks noGrp="1" noChangeArrowheads="1"/>
          </p:cNvSpPr>
          <p:nvPr>
            <p:ph type="title"/>
          </p:nvPr>
        </p:nvSpPr>
        <p:spPr/>
        <p:txBody>
          <a:bodyPr/>
          <a:lstStyle/>
          <a:p>
            <a:r>
              <a:rPr lang="en-US" altLang="zh-CN">
                <a:ea typeface="宋体" panose="02010600030101010101" pitchFamily="2" charset="-122"/>
              </a:rPr>
              <a:t>Trace Recursive factorial</a:t>
            </a:r>
            <a:endParaRPr kumimoji="1" lang="zh-CN" altLang="en-US"/>
          </a:p>
        </p:txBody>
      </p:sp>
      <p:sp>
        <p:nvSpPr>
          <p:cNvPr id="35856" name="灯片编号占位符 4">
            <a:extLst>
              <a:ext uri="{FF2B5EF4-FFF2-40B4-BE49-F238E27FC236}">
                <a16:creationId xmlns:a16="http://schemas.microsoft.com/office/drawing/2014/main" id="{E2C2BA05-762C-7F7A-CD60-2421FB183810}"/>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70F2BE63-EDBC-944A-9CD0-0E4100087C5B}"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8</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4" name="文本框 3">
            <a:extLst>
              <a:ext uri="{FF2B5EF4-FFF2-40B4-BE49-F238E27FC236}">
                <a16:creationId xmlns:a16="http://schemas.microsoft.com/office/drawing/2014/main" id="{D4AF8983-0D09-3F12-69A7-1B4CE6D5D6E3}"/>
              </a:ext>
            </a:extLst>
          </p:cNvPr>
          <p:cNvSpPr txBox="1"/>
          <p:nvPr/>
        </p:nvSpPr>
        <p:spPr>
          <a:xfrm>
            <a:off x="5737225" y="4314825"/>
            <a:ext cx="3348038" cy="460375"/>
          </a:xfrm>
          <a:prstGeom prst="rect">
            <a:avLst/>
          </a:prstGeom>
          <a:ln>
            <a:solidFill>
              <a:srgbClr val="3465CC"/>
            </a:solidFill>
          </a:ln>
        </p:spPr>
        <p:style>
          <a:lnRef idx="2">
            <a:schemeClr val="accent1"/>
          </a:lnRef>
          <a:fillRef idx="1">
            <a:schemeClr val="lt1"/>
          </a:fillRef>
          <a:effectRef idx="0">
            <a:schemeClr val="accent1"/>
          </a:effectRef>
          <a:fontRef idx="minor">
            <a:schemeClr val="dk1"/>
          </a:fontRef>
        </p:style>
        <p:txBody>
          <a:bodyPr>
            <a:spAutoFit/>
          </a:bodyPr>
          <a:lstStyle/>
          <a:p>
            <a:pPr algn="ctr">
              <a:defRPr/>
            </a:pPr>
            <a:r>
              <a:rPr lang="en-US" altLang="zh-CN" b="1" dirty="0">
                <a:latin typeface="+mj-lt"/>
                <a:ea typeface="宋体" charset="-122"/>
              </a:rPr>
              <a:t>Executes factorial(1)</a:t>
            </a:r>
          </a:p>
        </p:txBody>
      </p:sp>
      <p:sp>
        <p:nvSpPr>
          <p:cNvPr id="35858" name="下箭头 4">
            <a:extLst>
              <a:ext uri="{FF2B5EF4-FFF2-40B4-BE49-F238E27FC236}">
                <a16:creationId xmlns:a16="http://schemas.microsoft.com/office/drawing/2014/main" id="{499290D6-2621-EC41-AB30-EDB443BE4F08}"/>
              </a:ext>
            </a:extLst>
          </p:cNvPr>
          <p:cNvSpPr>
            <a:spLocks noChangeArrowheads="1"/>
          </p:cNvSpPr>
          <p:nvPr/>
        </p:nvSpPr>
        <p:spPr bwMode="auto">
          <a:xfrm rot="-4963993">
            <a:off x="5026025" y="3949701"/>
            <a:ext cx="200025" cy="1047750"/>
          </a:xfrm>
          <a:prstGeom prst="downArrow">
            <a:avLst>
              <a:gd name="adj1" fmla="val 50000"/>
              <a:gd name="adj2" fmla="val 50077"/>
            </a:avLst>
          </a:prstGeom>
          <a:solidFill>
            <a:schemeClr val="bg1"/>
          </a:solidFill>
          <a:ln w="9525" algn="ctr">
            <a:solidFill>
              <a:schemeClr val="tx1"/>
            </a:solidFill>
            <a:round/>
            <a:headEnd/>
            <a:tailEnd/>
          </a:ln>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lgn="ctr" eaLnBrk="1" hangingPunct="1">
              <a:spcBef>
                <a:spcPct val="0"/>
              </a:spcBef>
              <a:buClrTx/>
              <a:buFontTx/>
              <a:buNone/>
            </a:pPr>
            <a:endParaRPr lang="zh-CN" altLang="en-US" sz="1800" b="0">
              <a:solidFill>
                <a:schemeClr val="tx1"/>
              </a:solidFill>
              <a:latin typeface="Times New Roman" panose="02020603050405020304" pitchFamily="18" charset="0"/>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0" name="Object 9">
            <a:extLst>
              <a:ext uri="{FF2B5EF4-FFF2-40B4-BE49-F238E27FC236}">
                <a16:creationId xmlns:a16="http://schemas.microsoft.com/office/drawing/2014/main" id="{FE218CF8-2794-49F8-CE0A-1FD442238CCA}"/>
              </a:ext>
            </a:extLst>
          </p:cNvPr>
          <p:cNvGraphicFramePr>
            <a:graphicFrameLocks noGrp="1" noChangeAspect="1"/>
          </p:cNvGraphicFramePr>
          <p:nvPr>
            <p:ph idx="1"/>
          </p:nvPr>
        </p:nvGraphicFramePr>
        <p:xfrm>
          <a:off x="3976688" y="2644775"/>
          <a:ext cx="1066800" cy="2209800"/>
        </p:xfrm>
        <a:graphic>
          <a:graphicData uri="http://schemas.openxmlformats.org/presentationml/2006/ole">
            <mc:AlternateContent xmlns:mc="http://schemas.openxmlformats.org/markup-compatibility/2006">
              <mc:Choice xmlns:v="urn:schemas-microsoft-com:vml" Requires="v">
                <p:oleObj spid="_x0000_s5128" name="Picture" r:id="rId4" imgW="6413500" imgH="13246100" progId="Word.Picture.8">
                  <p:embed/>
                </p:oleObj>
              </mc:Choice>
              <mc:Fallback>
                <p:oleObj name="Picture" r:id="rId4" imgW="6413500" imgH="13246100" progId="Word.Picture.8">
                  <p:embed/>
                  <p:pic>
                    <p:nvPicPr>
                      <p:cNvPr id="0" name="Object 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6688" y="2644775"/>
                        <a:ext cx="1066800" cy="22098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1" name="Rectangle 3">
            <a:extLst>
              <a:ext uri="{FF2B5EF4-FFF2-40B4-BE49-F238E27FC236}">
                <a16:creationId xmlns:a16="http://schemas.microsoft.com/office/drawing/2014/main" id="{EDDAA6E3-90AC-BF93-CAF2-FD6F667119A7}"/>
              </a:ext>
            </a:extLst>
          </p:cNvPr>
          <p:cNvSpPr>
            <a:spLocks noChangeArrowheads="1"/>
          </p:cNvSpPr>
          <p:nvPr/>
        </p:nvSpPr>
        <p:spPr bwMode="auto">
          <a:xfrm>
            <a:off x="1428750" y="1798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7892" name="Rectangle 4">
            <a:extLst>
              <a:ext uri="{FF2B5EF4-FFF2-40B4-BE49-F238E27FC236}">
                <a16:creationId xmlns:a16="http://schemas.microsoft.com/office/drawing/2014/main" id="{E3E84894-1345-F145-AD0B-0C0BC65D687F}"/>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7893" name="Rectangle 6">
            <a:extLst>
              <a:ext uri="{FF2B5EF4-FFF2-40B4-BE49-F238E27FC236}">
                <a16:creationId xmlns:a16="http://schemas.microsoft.com/office/drawing/2014/main" id="{D2986EA2-AB27-983B-63C2-4F1F1AD9D38F}"/>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aphicFrame>
        <p:nvGraphicFramePr>
          <p:cNvPr id="37894" name="Object 7">
            <a:extLst>
              <a:ext uri="{FF2B5EF4-FFF2-40B4-BE49-F238E27FC236}">
                <a16:creationId xmlns:a16="http://schemas.microsoft.com/office/drawing/2014/main" id="{3587104E-08A4-D788-A7B4-565C77924BEE}"/>
              </a:ext>
            </a:extLst>
          </p:cNvPr>
          <p:cNvGraphicFramePr>
            <a:graphicFrameLocks noChangeAspect="1"/>
          </p:cNvGraphicFramePr>
          <p:nvPr/>
        </p:nvGraphicFramePr>
        <p:xfrm>
          <a:off x="174625" y="1836738"/>
          <a:ext cx="6705600" cy="4329112"/>
        </p:xfrm>
        <a:graphic>
          <a:graphicData uri="http://schemas.openxmlformats.org/presentationml/2006/ole">
            <mc:AlternateContent xmlns:mc="http://schemas.openxmlformats.org/markup-compatibility/2006">
              <mc:Choice xmlns:v="urn:schemas-microsoft-com:vml" Requires="v">
                <p:oleObj spid="_x0000_s5129" name="Picture" r:id="rId6" imgW="21958300" imgH="14160500" progId="Word.Picture.8">
                  <p:embed/>
                </p:oleObj>
              </mc:Choice>
              <mc:Fallback>
                <p:oleObj name="Picture" r:id="rId6" imgW="21958300" imgH="14160500" progId="Word.Picture.8">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4625" y="1836738"/>
                        <a:ext cx="6705600" cy="4329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5" name="Rectangle 10">
            <a:extLst>
              <a:ext uri="{FF2B5EF4-FFF2-40B4-BE49-F238E27FC236}">
                <a16:creationId xmlns:a16="http://schemas.microsoft.com/office/drawing/2014/main" id="{DFA5FE9E-BE14-E065-3B31-8D895A6BFDC8}"/>
              </a:ext>
            </a:extLst>
          </p:cNvPr>
          <p:cNvSpPr>
            <a:spLocks noChangeArrowheads="1"/>
          </p:cNvSpPr>
          <p:nvPr/>
        </p:nvSpPr>
        <p:spPr bwMode="auto">
          <a:xfrm>
            <a:off x="577850" y="5370513"/>
            <a:ext cx="6477000" cy="795337"/>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7896" name="Rectangle 11">
            <a:extLst>
              <a:ext uri="{FF2B5EF4-FFF2-40B4-BE49-F238E27FC236}">
                <a16:creationId xmlns:a16="http://schemas.microsoft.com/office/drawing/2014/main" id="{E905F96A-7639-D8EF-6FD4-474DACEE9FD5}"/>
              </a:ext>
            </a:extLst>
          </p:cNvPr>
          <p:cNvSpPr>
            <a:spLocks noChangeArrowheads="1"/>
          </p:cNvSpPr>
          <p:nvPr/>
        </p:nvSpPr>
        <p:spPr bwMode="auto">
          <a:xfrm>
            <a:off x="179388" y="2060575"/>
            <a:ext cx="1873250" cy="24130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7897" name="Rectangle 12">
            <a:extLst>
              <a:ext uri="{FF2B5EF4-FFF2-40B4-BE49-F238E27FC236}">
                <a16:creationId xmlns:a16="http://schemas.microsoft.com/office/drawing/2014/main" id="{19E01656-691A-1FD5-42FE-B2EF9400FD91}"/>
              </a:ext>
            </a:extLst>
          </p:cNvPr>
          <p:cNvSpPr>
            <a:spLocks noChangeArrowheads="1"/>
          </p:cNvSpPr>
          <p:nvPr/>
        </p:nvSpPr>
        <p:spPr bwMode="auto">
          <a:xfrm>
            <a:off x="684213" y="2312988"/>
            <a:ext cx="1873250" cy="395287"/>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7898" name="Rectangle 13">
            <a:extLst>
              <a:ext uri="{FF2B5EF4-FFF2-40B4-BE49-F238E27FC236}">
                <a16:creationId xmlns:a16="http://schemas.microsoft.com/office/drawing/2014/main" id="{2A95EECD-45CA-F024-94A4-37BCAC05558D}"/>
              </a:ext>
            </a:extLst>
          </p:cNvPr>
          <p:cNvSpPr>
            <a:spLocks noChangeArrowheads="1"/>
          </p:cNvSpPr>
          <p:nvPr/>
        </p:nvSpPr>
        <p:spPr bwMode="auto">
          <a:xfrm>
            <a:off x="2735263" y="3033713"/>
            <a:ext cx="144462" cy="395287"/>
          </a:xfrm>
          <a:prstGeom prst="rect">
            <a:avLst/>
          </a:prstGeom>
          <a:solidFill>
            <a:schemeClr val="tx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7899" name="Rectangle 14">
            <a:extLst>
              <a:ext uri="{FF2B5EF4-FFF2-40B4-BE49-F238E27FC236}">
                <a16:creationId xmlns:a16="http://schemas.microsoft.com/office/drawing/2014/main" id="{A68C131D-6769-0687-7583-25FD03A09930}"/>
              </a:ext>
            </a:extLst>
          </p:cNvPr>
          <p:cNvSpPr>
            <a:spLocks noChangeArrowheads="1"/>
          </p:cNvSpPr>
          <p:nvPr/>
        </p:nvSpPr>
        <p:spPr bwMode="auto">
          <a:xfrm>
            <a:off x="1438275" y="3043238"/>
            <a:ext cx="1512888"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7900" name="Rectangle 15">
            <a:extLst>
              <a:ext uri="{FF2B5EF4-FFF2-40B4-BE49-F238E27FC236}">
                <a16:creationId xmlns:a16="http://schemas.microsoft.com/office/drawing/2014/main" id="{E0D54F43-E544-360F-45E2-16209E4E9DCF}"/>
              </a:ext>
            </a:extLst>
          </p:cNvPr>
          <p:cNvSpPr>
            <a:spLocks noChangeArrowheads="1"/>
          </p:cNvSpPr>
          <p:nvPr/>
        </p:nvSpPr>
        <p:spPr bwMode="auto">
          <a:xfrm>
            <a:off x="900113" y="3392488"/>
            <a:ext cx="1512887"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7901" name="Rectangle 16">
            <a:extLst>
              <a:ext uri="{FF2B5EF4-FFF2-40B4-BE49-F238E27FC236}">
                <a16:creationId xmlns:a16="http://schemas.microsoft.com/office/drawing/2014/main" id="{999678EC-5407-1155-E221-3A5F548C2C2C}"/>
              </a:ext>
            </a:extLst>
          </p:cNvPr>
          <p:cNvSpPr>
            <a:spLocks noChangeArrowheads="1"/>
          </p:cNvSpPr>
          <p:nvPr/>
        </p:nvSpPr>
        <p:spPr bwMode="auto">
          <a:xfrm>
            <a:off x="468313" y="3824288"/>
            <a:ext cx="3059112" cy="433387"/>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7902" name="Rectangle 17">
            <a:extLst>
              <a:ext uri="{FF2B5EF4-FFF2-40B4-BE49-F238E27FC236}">
                <a16:creationId xmlns:a16="http://schemas.microsoft.com/office/drawing/2014/main" id="{838FBCD9-C9B5-55B7-D536-30D4FD977189}"/>
              </a:ext>
            </a:extLst>
          </p:cNvPr>
          <p:cNvSpPr>
            <a:spLocks noChangeArrowheads="1"/>
          </p:cNvSpPr>
          <p:nvPr/>
        </p:nvSpPr>
        <p:spPr bwMode="auto">
          <a:xfrm>
            <a:off x="539750" y="4184650"/>
            <a:ext cx="2303463" cy="433388"/>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7903" name="Rectangle 18">
            <a:extLst>
              <a:ext uri="{FF2B5EF4-FFF2-40B4-BE49-F238E27FC236}">
                <a16:creationId xmlns:a16="http://schemas.microsoft.com/office/drawing/2014/main" id="{2B2D4054-ACAB-C0C8-1780-197B0B037994}"/>
              </a:ext>
            </a:extLst>
          </p:cNvPr>
          <p:cNvSpPr>
            <a:spLocks noChangeArrowheads="1"/>
          </p:cNvSpPr>
          <p:nvPr/>
        </p:nvSpPr>
        <p:spPr bwMode="auto">
          <a:xfrm>
            <a:off x="1262063" y="4557713"/>
            <a:ext cx="2625725" cy="358775"/>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7904" name="Rectangle 19">
            <a:extLst>
              <a:ext uri="{FF2B5EF4-FFF2-40B4-BE49-F238E27FC236}">
                <a16:creationId xmlns:a16="http://schemas.microsoft.com/office/drawing/2014/main" id="{9FD852A4-D392-DD69-789D-D5FFA80D2BEC}"/>
              </a:ext>
            </a:extLst>
          </p:cNvPr>
          <p:cNvSpPr>
            <a:spLocks noChangeArrowheads="1"/>
          </p:cNvSpPr>
          <p:nvPr/>
        </p:nvSpPr>
        <p:spPr bwMode="auto">
          <a:xfrm>
            <a:off x="684213" y="4868863"/>
            <a:ext cx="2625725"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7905" name="标题 1">
            <a:extLst>
              <a:ext uri="{FF2B5EF4-FFF2-40B4-BE49-F238E27FC236}">
                <a16:creationId xmlns:a16="http://schemas.microsoft.com/office/drawing/2014/main" id="{E6D26796-D2B8-FC37-C1B1-DC4BED60D9AA}"/>
              </a:ext>
            </a:extLst>
          </p:cNvPr>
          <p:cNvSpPr>
            <a:spLocks noGrp="1" noChangeArrowheads="1"/>
          </p:cNvSpPr>
          <p:nvPr>
            <p:ph type="title"/>
          </p:nvPr>
        </p:nvSpPr>
        <p:spPr/>
        <p:txBody>
          <a:bodyPr/>
          <a:lstStyle/>
          <a:p>
            <a:r>
              <a:rPr lang="en-US" altLang="zh-CN">
                <a:ea typeface="宋体" panose="02010600030101010101" pitchFamily="2" charset="-122"/>
              </a:rPr>
              <a:t>Trace Recursive factorial</a:t>
            </a:r>
            <a:endParaRPr kumimoji="1" lang="zh-CN" altLang="en-US"/>
          </a:p>
        </p:txBody>
      </p:sp>
      <p:sp>
        <p:nvSpPr>
          <p:cNvPr id="37906" name="灯片编号占位符 4">
            <a:extLst>
              <a:ext uri="{FF2B5EF4-FFF2-40B4-BE49-F238E27FC236}">
                <a16:creationId xmlns:a16="http://schemas.microsoft.com/office/drawing/2014/main" id="{4DF4C20A-B268-0DBE-33E1-82003392993D}"/>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51D4563E-28D5-8346-8ED3-36FBF3405E9C}"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9</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7" name="文本框 6">
            <a:extLst>
              <a:ext uri="{FF2B5EF4-FFF2-40B4-BE49-F238E27FC236}">
                <a16:creationId xmlns:a16="http://schemas.microsoft.com/office/drawing/2014/main" id="{1148C18F-273F-A881-F218-B7D892E1104E}"/>
              </a:ext>
            </a:extLst>
          </p:cNvPr>
          <p:cNvSpPr txBox="1"/>
          <p:nvPr/>
        </p:nvSpPr>
        <p:spPr>
          <a:xfrm>
            <a:off x="6024563" y="5084763"/>
            <a:ext cx="2944812" cy="461962"/>
          </a:xfrm>
          <a:prstGeom prst="rect">
            <a:avLst/>
          </a:prstGeom>
          <a:ln>
            <a:solidFill>
              <a:srgbClr val="3465CC"/>
            </a:solidFill>
          </a:ln>
        </p:spPr>
        <p:style>
          <a:lnRef idx="2">
            <a:schemeClr val="accent1"/>
          </a:lnRef>
          <a:fillRef idx="1">
            <a:schemeClr val="lt1"/>
          </a:fillRef>
          <a:effectRef idx="0">
            <a:schemeClr val="accent1"/>
          </a:effectRef>
          <a:fontRef idx="minor">
            <a:schemeClr val="dk1"/>
          </a:fontRef>
        </p:style>
        <p:txBody>
          <a:bodyPr>
            <a:spAutoFit/>
          </a:bodyPr>
          <a:lstStyle/>
          <a:p>
            <a:pPr algn="ctr">
              <a:defRPr/>
            </a:pPr>
            <a:r>
              <a:rPr lang="en-US" altLang="zh-CN" b="1" dirty="0">
                <a:latin typeface="+mj-lt"/>
                <a:ea typeface="宋体" charset="-122"/>
              </a:rPr>
              <a:t>Executes factorial(0)</a:t>
            </a:r>
          </a:p>
        </p:txBody>
      </p:sp>
      <p:sp>
        <p:nvSpPr>
          <p:cNvPr id="37908" name="下箭头 7">
            <a:extLst>
              <a:ext uri="{FF2B5EF4-FFF2-40B4-BE49-F238E27FC236}">
                <a16:creationId xmlns:a16="http://schemas.microsoft.com/office/drawing/2014/main" id="{595FC5F4-95F0-83A5-D16B-3924C8335E1B}"/>
              </a:ext>
            </a:extLst>
          </p:cNvPr>
          <p:cNvSpPr>
            <a:spLocks noChangeArrowheads="1"/>
          </p:cNvSpPr>
          <p:nvPr/>
        </p:nvSpPr>
        <p:spPr bwMode="auto">
          <a:xfrm rot="-4963993">
            <a:off x="5437188" y="4818063"/>
            <a:ext cx="147637" cy="922337"/>
          </a:xfrm>
          <a:prstGeom prst="downArrow">
            <a:avLst>
              <a:gd name="adj1" fmla="val 50000"/>
              <a:gd name="adj2" fmla="val 50008"/>
            </a:avLst>
          </a:prstGeom>
          <a:solidFill>
            <a:schemeClr val="bg1"/>
          </a:solidFill>
          <a:ln w="9525" algn="ctr">
            <a:solidFill>
              <a:schemeClr val="tx1"/>
            </a:solidFill>
            <a:round/>
            <a:headEnd/>
            <a:tailEnd/>
          </a:ln>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lgn="ctr" eaLnBrk="1" hangingPunct="1">
              <a:spcBef>
                <a:spcPct val="0"/>
              </a:spcBef>
              <a:buClrTx/>
              <a:buFontTx/>
              <a:buNone/>
            </a:pPr>
            <a:endParaRPr lang="zh-CN" altLang="en-US" sz="1800" b="0">
              <a:solidFill>
                <a:schemeClr val="tx1"/>
              </a:solidFill>
              <a:latin typeface="Times New Roman" panose="02020603050405020304" pitchFamily="18" charset="0"/>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8" name="Object 9">
            <a:extLst>
              <a:ext uri="{FF2B5EF4-FFF2-40B4-BE49-F238E27FC236}">
                <a16:creationId xmlns:a16="http://schemas.microsoft.com/office/drawing/2014/main" id="{DFF7FEA4-954F-C5C3-1004-7DC501A79CB0}"/>
              </a:ext>
            </a:extLst>
          </p:cNvPr>
          <p:cNvGraphicFramePr>
            <a:graphicFrameLocks noGrp="1" noChangeAspect="1"/>
          </p:cNvGraphicFramePr>
          <p:nvPr>
            <p:ph idx="1"/>
          </p:nvPr>
        </p:nvGraphicFramePr>
        <p:xfrm>
          <a:off x="3976688" y="2644775"/>
          <a:ext cx="1066800" cy="2209800"/>
        </p:xfrm>
        <a:graphic>
          <a:graphicData uri="http://schemas.openxmlformats.org/presentationml/2006/ole">
            <mc:AlternateContent xmlns:mc="http://schemas.openxmlformats.org/markup-compatibility/2006">
              <mc:Choice xmlns:v="urn:schemas-microsoft-com:vml" Requires="v">
                <p:oleObj spid="_x0000_s6152" name="Picture" r:id="rId4" imgW="6413500" imgH="13246100" progId="Word.Picture.8">
                  <p:embed/>
                </p:oleObj>
              </mc:Choice>
              <mc:Fallback>
                <p:oleObj name="Picture" r:id="rId4" imgW="6413500" imgH="13246100" progId="Word.Picture.8">
                  <p:embed/>
                  <p:pic>
                    <p:nvPicPr>
                      <p:cNvPr id="0" name="Object 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6688" y="2644775"/>
                        <a:ext cx="1066800" cy="22098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39" name="Rectangle 3">
            <a:extLst>
              <a:ext uri="{FF2B5EF4-FFF2-40B4-BE49-F238E27FC236}">
                <a16:creationId xmlns:a16="http://schemas.microsoft.com/office/drawing/2014/main" id="{BCAC5292-A9C1-EA2F-425E-C85D54C426FD}"/>
              </a:ext>
            </a:extLst>
          </p:cNvPr>
          <p:cNvSpPr>
            <a:spLocks noChangeArrowheads="1"/>
          </p:cNvSpPr>
          <p:nvPr/>
        </p:nvSpPr>
        <p:spPr bwMode="auto">
          <a:xfrm>
            <a:off x="1428750" y="1798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9940" name="Rectangle 4">
            <a:extLst>
              <a:ext uri="{FF2B5EF4-FFF2-40B4-BE49-F238E27FC236}">
                <a16:creationId xmlns:a16="http://schemas.microsoft.com/office/drawing/2014/main" id="{2A49A346-1737-DF1C-BD1A-274E2EFAB8F0}"/>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9941" name="Rectangle 6">
            <a:extLst>
              <a:ext uri="{FF2B5EF4-FFF2-40B4-BE49-F238E27FC236}">
                <a16:creationId xmlns:a16="http://schemas.microsoft.com/office/drawing/2014/main" id="{2CD166BD-EF84-2928-EE88-064622097674}"/>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aphicFrame>
        <p:nvGraphicFramePr>
          <p:cNvPr id="39942" name="Object 7">
            <a:extLst>
              <a:ext uri="{FF2B5EF4-FFF2-40B4-BE49-F238E27FC236}">
                <a16:creationId xmlns:a16="http://schemas.microsoft.com/office/drawing/2014/main" id="{EE262E24-9F7A-5631-FDCB-EB48C1F82F65}"/>
              </a:ext>
            </a:extLst>
          </p:cNvPr>
          <p:cNvGraphicFramePr>
            <a:graphicFrameLocks noChangeAspect="1"/>
          </p:cNvGraphicFramePr>
          <p:nvPr/>
        </p:nvGraphicFramePr>
        <p:xfrm>
          <a:off x="152400" y="1828800"/>
          <a:ext cx="6705600" cy="4329113"/>
        </p:xfrm>
        <a:graphic>
          <a:graphicData uri="http://schemas.openxmlformats.org/presentationml/2006/ole">
            <mc:AlternateContent xmlns:mc="http://schemas.openxmlformats.org/markup-compatibility/2006">
              <mc:Choice xmlns:v="urn:schemas-microsoft-com:vml" Requires="v">
                <p:oleObj spid="_x0000_s6153" name="Picture" r:id="rId6" imgW="21958300" imgH="14160500" progId="Word.Picture.8">
                  <p:embed/>
                </p:oleObj>
              </mc:Choice>
              <mc:Fallback>
                <p:oleObj name="Picture" r:id="rId6" imgW="21958300" imgH="14160500" progId="Word.Picture.8">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1828800"/>
                        <a:ext cx="6705600" cy="432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3" name="Rectangle 11">
            <a:extLst>
              <a:ext uri="{FF2B5EF4-FFF2-40B4-BE49-F238E27FC236}">
                <a16:creationId xmlns:a16="http://schemas.microsoft.com/office/drawing/2014/main" id="{A84AC1AC-AAA1-EA68-5D64-7D4A51C172BD}"/>
              </a:ext>
            </a:extLst>
          </p:cNvPr>
          <p:cNvSpPr>
            <a:spLocks noChangeArrowheads="1"/>
          </p:cNvSpPr>
          <p:nvPr/>
        </p:nvSpPr>
        <p:spPr bwMode="auto">
          <a:xfrm>
            <a:off x="179388" y="2060575"/>
            <a:ext cx="1873250" cy="24130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9944" name="Rectangle 12">
            <a:extLst>
              <a:ext uri="{FF2B5EF4-FFF2-40B4-BE49-F238E27FC236}">
                <a16:creationId xmlns:a16="http://schemas.microsoft.com/office/drawing/2014/main" id="{3011B99C-1CBC-B1ED-B643-EDF4509D34DD}"/>
              </a:ext>
            </a:extLst>
          </p:cNvPr>
          <p:cNvSpPr>
            <a:spLocks noChangeArrowheads="1"/>
          </p:cNvSpPr>
          <p:nvPr/>
        </p:nvSpPr>
        <p:spPr bwMode="auto">
          <a:xfrm>
            <a:off x="684213" y="2312988"/>
            <a:ext cx="1873250" cy="395287"/>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9945" name="Rectangle 13">
            <a:extLst>
              <a:ext uri="{FF2B5EF4-FFF2-40B4-BE49-F238E27FC236}">
                <a16:creationId xmlns:a16="http://schemas.microsoft.com/office/drawing/2014/main" id="{763774B0-BF5E-FD50-519E-7B6FAC67FB1E}"/>
              </a:ext>
            </a:extLst>
          </p:cNvPr>
          <p:cNvSpPr>
            <a:spLocks noChangeArrowheads="1"/>
          </p:cNvSpPr>
          <p:nvPr/>
        </p:nvSpPr>
        <p:spPr bwMode="auto">
          <a:xfrm>
            <a:off x="2735263" y="3033713"/>
            <a:ext cx="144462" cy="395287"/>
          </a:xfrm>
          <a:prstGeom prst="rect">
            <a:avLst/>
          </a:prstGeom>
          <a:solidFill>
            <a:schemeClr val="tx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9946" name="Rectangle 14">
            <a:extLst>
              <a:ext uri="{FF2B5EF4-FFF2-40B4-BE49-F238E27FC236}">
                <a16:creationId xmlns:a16="http://schemas.microsoft.com/office/drawing/2014/main" id="{0514CAD2-65AA-3FB8-06CA-628838FBA6F3}"/>
              </a:ext>
            </a:extLst>
          </p:cNvPr>
          <p:cNvSpPr>
            <a:spLocks noChangeArrowheads="1"/>
          </p:cNvSpPr>
          <p:nvPr/>
        </p:nvSpPr>
        <p:spPr bwMode="auto">
          <a:xfrm>
            <a:off x="1412875" y="3014663"/>
            <a:ext cx="1512888"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9947" name="Rectangle 15">
            <a:extLst>
              <a:ext uri="{FF2B5EF4-FFF2-40B4-BE49-F238E27FC236}">
                <a16:creationId xmlns:a16="http://schemas.microsoft.com/office/drawing/2014/main" id="{B0EAE1D3-095E-E192-1323-B1EFD040CF91}"/>
              </a:ext>
            </a:extLst>
          </p:cNvPr>
          <p:cNvSpPr>
            <a:spLocks noChangeArrowheads="1"/>
          </p:cNvSpPr>
          <p:nvPr/>
        </p:nvSpPr>
        <p:spPr bwMode="auto">
          <a:xfrm>
            <a:off x="900113" y="3392488"/>
            <a:ext cx="1512887"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9948" name="Rectangle 16">
            <a:extLst>
              <a:ext uri="{FF2B5EF4-FFF2-40B4-BE49-F238E27FC236}">
                <a16:creationId xmlns:a16="http://schemas.microsoft.com/office/drawing/2014/main" id="{8B754C86-1CB2-3BA3-662D-35CB31EEE2B4}"/>
              </a:ext>
            </a:extLst>
          </p:cNvPr>
          <p:cNvSpPr>
            <a:spLocks noChangeArrowheads="1"/>
          </p:cNvSpPr>
          <p:nvPr/>
        </p:nvSpPr>
        <p:spPr bwMode="auto">
          <a:xfrm>
            <a:off x="468313" y="3824288"/>
            <a:ext cx="3059112" cy="433387"/>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9949" name="Rectangle 17">
            <a:extLst>
              <a:ext uri="{FF2B5EF4-FFF2-40B4-BE49-F238E27FC236}">
                <a16:creationId xmlns:a16="http://schemas.microsoft.com/office/drawing/2014/main" id="{02B9CB45-AFED-4C39-986B-A1A55A0632A4}"/>
              </a:ext>
            </a:extLst>
          </p:cNvPr>
          <p:cNvSpPr>
            <a:spLocks noChangeArrowheads="1"/>
          </p:cNvSpPr>
          <p:nvPr/>
        </p:nvSpPr>
        <p:spPr bwMode="auto">
          <a:xfrm>
            <a:off x="539750" y="4184650"/>
            <a:ext cx="2303463" cy="433388"/>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9950" name="Rectangle 18">
            <a:extLst>
              <a:ext uri="{FF2B5EF4-FFF2-40B4-BE49-F238E27FC236}">
                <a16:creationId xmlns:a16="http://schemas.microsoft.com/office/drawing/2014/main" id="{09CB1F55-AEBD-4B66-74D8-94EEDCF43D36}"/>
              </a:ext>
            </a:extLst>
          </p:cNvPr>
          <p:cNvSpPr>
            <a:spLocks noChangeArrowheads="1"/>
          </p:cNvSpPr>
          <p:nvPr/>
        </p:nvSpPr>
        <p:spPr bwMode="auto">
          <a:xfrm>
            <a:off x="1258888" y="4545013"/>
            <a:ext cx="2625725"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9951" name="Rectangle 19">
            <a:extLst>
              <a:ext uri="{FF2B5EF4-FFF2-40B4-BE49-F238E27FC236}">
                <a16:creationId xmlns:a16="http://schemas.microsoft.com/office/drawing/2014/main" id="{45986BC3-8B81-5A96-821A-A424393021D3}"/>
              </a:ext>
            </a:extLst>
          </p:cNvPr>
          <p:cNvSpPr>
            <a:spLocks noChangeArrowheads="1"/>
          </p:cNvSpPr>
          <p:nvPr/>
        </p:nvSpPr>
        <p:spPr bwMode="auto">
          <a:xfrm>
            <a:off x="684213" y="4868863"/>
            <a:ext cx="2625725"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9952" name="Rectangle 20">
            <a:extLst>
              <a:ext uri="{FF2B5EF4-FFF2-40B4-BE49-F238E27FC236}">
                <a16:creationId xmlns:a16="http://schemas.microsoft.com/office/drawing/2014/main" id="{807CF840-ABD3-EB4E-5FE9-317C2D369995}"/>
              </a:ext>
            </a:extLst>
          </p:cNvPr>
          <p:cNvSpPr>
            <a:spLocks noChangeArrowheads="1"/>
          </p:cNvSpPr>
          <p:nvPr/>
        </p:nvSpPr>
        <p:spPr bwMode="auto">
          <a:xfrm>
            <a:off x="1727200" y="5265738"/>
            <a:ext cx="2625725"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9953" name="Rectangle 22">
            <a:extLst>
              <a:ext uri="{FF2B5EF4-FFF2-40B4-BE49-F238E27FC236}">
                <a16:creationId xmlns:a16="http://schemas.microsoft.com/office/drawing/2014/main" id="{46457F55-F4AE-B6FC-9512-DD28B27CC62D}"/>
              </a:ext>
            </a:extLst>
          </p:cNvPr>
          <p:cNvSpPr>
            <a:spLocks noChangeArrowheads="1"/>
          </p:cNvSpPr>
          <p:nvPr/>
        </p:nvSpPr>
        <p:spPr bwMode="auto">
          <a:xfrm>
            <a:off x="1511300" y="5516563"/>
            <a:ext cx="2625725"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9954" name="标题 1">
            <a:extLst>
              <a:ext uri="{FF2B5EF4-FFF2-40B4-BE49-F238E27FC236}">
                <a16:creationId xmlns:a16="http://schemas.microsoft.com/office/drawing/2014/main" id="{76B9A283-F142-FC2A-C339-97A2E6039FA1}"/>
              </a:ext>
            </a:extLst>
          </p:cNvPr>
          <p:cNvSpPr>
            <a:spLocks noGrp="1" noChangeArrowheads="1"/>
          </p:cNvSpPr>
          <p:nvPr>
            <p:ph type="title"/>
          </p:nvPr>
        </p:nvSpPr>
        <p:spPr/>
        <p:txBody>
          <a:bodyPr/>
          <a:lstStyle/>
          <a:p>
            <a:r>
              <a:rPr lang="en-US" altLang="zh-CN">
                <a:ea typeface="宋体" panose="02010600030101010101" pitchFamily="2" charset="-122"/>
              </a:rPr>
              <a:t>Trace Recursive factorial</a:t>
            </a:r>
            <a:endParaRPr kumimoji="1" lang="zh-CN" altLang="en-US"/>
          </a:p>
        </p:txBody>
      </p:sp>
      <p:sp>
        <p:nvSpPr>
          <p:cNvPr id="39955" name="灯片编号占位符 4">
            <a:extLst>
              <a:ext uri="{FF2B5EF4-FFF2-40B4-BE49-F238E27FC236}">
                <a16:creationId xmlns:a16="http://schemas.microsoft.com/office/drawing/2014/main" id="{B74BB875-3F24-5B4D-A377-EEF62BE65389}"/>
              </a:ext>
            </a:extLst>
          </p:cNvPr>
          <p:cNvSpPr txBox="1">
            <a:spLocks/>
          </p:cNvSpPr>
          <p:nvPr/>
        </p:nvSpPr>
        <p:spPr bwMode="auto">
          <a:xfrm>
            <a:off x="8496300" y="6523038"/>
            <a:ext cx="647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4378004C-23DC-C342-9FCC-FAFB113DCAE9}"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10</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4" name="文本框 3">
            <a:extLst>
              <a:ext uri="{FF2B5EF4-FFF2-40B4-BE49-F238E27FC236}">
                <a16:creationId xmlns:a16="http://schemas.microsoft.com/office/drawing/2014/main" id="{D41E6B83-DC44-9138-40B8-1C0AE774CE93}"/>
              </a:ext>
            </a:extLst>
          </p:cNvPr>
          <p:cNvSpPr txBox="1"/>
          <p:nvPr/>
        </p:nvSpPr>
        <p:spPr>
          <a:xfrm>
            <a:off x="6127750" y="5726113"/>
            <a:ext cx="1828800" cy="461962"/>
          </a:xfrm>
          <a:prstGeom prst="rect">
            <a:avLst/>
          </a:prstGeom>
          <a:ln>
            <a:solidFill>
              <a:srgbClr val="3465CC"/>
            </a:solidFill>
          </a:ln>
        </p:spPr>
        <p:style>
          <a:lnRef idx="2">
            <a:schemeClr val="accent1"/>
          </a:lnRef>
          <a:fillRef idx="1">
            <a:schemeClr val="lt1"/>
          </a:fillRef>
          <a:effectRef idx="0">
            <a:schemeClr val="accent1"/>
          </a:effectRef>
          <a:fontRef idx="minor">
            <a:schemeClr val="dk1"/>
          </a:fontRef>
        </p:style>
        <p:txBody>
          <a:bodyPr>
            <a:spAutoFit/>
          </a:bodyPr>
          <a:lstStyle/>
          <a:p>
            <a:pPr algn="ctr">
              <a:defRPr/>
            </a:pPr>
            <a:r>
              <a:rPr lang="en-US" altLang="zh-CN" b="1" dirty="0">
                <a:latin typeface="+mj-lt"/>
                <a:ea typeface="宋体" charset="-122"/>
              </a:rPr>
              <a:t>return</a:t>
            </a:r>
            <a:r>
              <a:rPr lang="zh-CN" altLang="en-US" b="1" dirty="0">
                <a:latin typeface="+mj-lt"/>
                <a:ea typeface="宋体" charset="-122"/>
              </a:rPr>
              <a:t> </a:t>
            </a:r>
            <a:r>
              <a:rPr lang="en-US" altLang="zh-CN" b="1" dirty="0">
                <a:latin typeface="+mj-lt"/>
                <a:ea typeface="宋体" charset="-122"/>
              </a:rPr>
              <a:t>1</a:t>
            </a:r>
          </a:p>
        </p:txBody>
      </p:sp>
      <p:sp>
        <p:nvSpPr>
          <p:cNvPr id="39957" name="下箭头 4">
            <a:extLst>
              <a:ext uri="{FF2B5EF4-FFF2-40B4-BE49-F238E27FC236}">
                <a16:creationId xmlns:a16="http://schemas.microsoft.com/office/drawing/2014/main" id="{7D7914BB-5C10-225E-CF71-A40493CE0179}"/>
              </a:ext>
            </a:extLst>
          </p:cNvPr>
          <p:cNvSpPr>
            <a:spLocks noChangeArrowheads="1"/>
          </p:cNvSpPr>
          <p:nvPr/>
        </p:nvSpPr>
        <p:spPr bwMode="auto">
          <a:xfrm rot="-4963993">
            <a:off x="5358606" y="5387182"/>
            <a:ext cx="200025" cy="1049338"/>
          </a:xfrm>
          <a:prstGeom prst="downArrow">
            <a:avLst>
              <a:gd name="adj1" fmla="val 50000"/>
              <a:gd name="adj2" fmla="val 50153"/>
            </a:avLst>
          </a:prstGeom>
          <a:solidFill>
            <a:schemeClr val="bg1"/>
          </a:solidFill>
          <a:ln w="9525" algn="ctr">
            <a:solidFill>
              <a:schemeClr val="tx1"/>
            </a:solidFill>
            <a:round/>
            <a:headEnd/>
            <a:tailEnd/>
          </a:ln>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lgn="ctr" eaLnBrk="1" hangingPunct="1">
              <a:spcBef>
                <a:spcPct val="0"/>
              </a:spcBef>
              <a:buClrTx/>
              <a:buFontTx/>
              <a:buNone/>
            </a:pPr>
            <a:endParaRPr lang="zh-CN" altLang="en-US" sz="1800" b="0">
              <a:solidFill>
                <a:schemeClr val="tx1"/>
              </a:solidFill>
              <a:latin typeface="Times New Roman" panose="02020603050405020304" pitchFamily="18" charset="0"/>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86" name="Object 9">
            <a:extLst>
              <a:ext uri="{FF2B5EF4-FFF2-40B4-BE49-F238E27FC236}">
                <a16:creationId xmlns:a16="http://schemas.microsoft.com/office/drawing/2014/main" id="{18480892-1057-E089-7EB5-98D745CCC95B}"/>
              </a:ext>
            </a:extLst>
          </p:cNvPr>
          <p:cNvGraphicFramePr>
            <a:graphicFrameLocks noGrp="1" noChangeAspect="1"/>
          </p:cNvGraphicFramePr>
          <p:nvPr>
            <p:ph idx="1"/>
          </p:nvPr>
        </p:nvGraphicFramePr>
        <p:xfrm>
          <a:off x="3976688" y="2644775"/>
          <a:ext cx="1066800" cy="2209800"/>
        </p:xfrm>
        <a:graphic>
          <a:graphicData uri="http://schemas.openxmlformats.org/presentationml/2006/ole">
            <mc:AlternateContent xmlns:mc="http://schemas.openxmlformats.org/markup-compatibility/2006">
              <mc:Choice xmlns:v="urn:schemas-microsoft-com:vml" Requires="v">
                <p:oleObj spid="_x0000_s7176" name="Picture" r:id="rId4" imgW="6413500" imgH="13246100" progId="Word.Picture.8">
                  <p:embed/>
                </p:oleObj>
              </mc:Choice>
              <mc:Fallback>
                <p:oleObj name="Picture" r:id="rId4" imgW="6413500" imgH="13246100" progId="Word.Picture.8">
                  <p:embed/>
                  <p:pic>
                    <p:nvPicPr>
                      <p:cNvPr id="0" name="Object 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6688" y="2644775"/>
                        <a:ext cx="1066800" cy="22098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87" name="Rectangle 3">
            <a:extLst>
              <a:ext uri="{FF2B5EF4-FFF2-40B4-BE49-F238E27FC236}">
                <a16:creationId xmlns:a16="http://schemas.microsoft.com/office/drawing/2014/main" id="{3AE31ACA-D13A-6BF0-8AD0-C6F6D265F9AA}"/>
              </a:ext>
            </a:extLst>
          </p:cNvPr>
          <p:cNvSpPr>
            <a:spLocks noChangeArrowheads="1"/>
          </p:cNvSpPr>
          <p:nvPr/>
        </p:nvSpPr>
        <p:spPr bwMode="auto">
          <a:xfrm>
            <a:off x="1428750" y="1798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1988" name="Rectangle 4">
            <a:extLst>
              <a:ext uri="{FF2B5EF4-FFF2-40B4-BE49-F238E27FC236}">
                <a16:creationId xmlns:a16="http://schemas.microsoft.com/office/drawing/2014/main" id="{FDB8FBB9-395A-42E6-C996-C5925B72E4BC}"/>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1989" name="Rectangle 6">
            <a:extLst>
              <a:ext uri="{FF2B5EF4-FFF2-40B4-BE49-F238E27FC236}">
                <a16:creationId xmlns:a16="http://schemas.microsoft.com/office/drawing/2014/main" id="{A68F4216-6FDE-E86E-7591-41C0ACC86D4F}"/>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aphicFrame>
        <p:nvGraphicFramePr>
          <p:cNvPr id="41990" name="Object 7">
            <a:extLst>
              <a:ext uri="{FF2B5EF4-FFF2-40B4-BE49-F238E27FC236}">
                <a16:creationId xmlns:a16="http://schemas.microsoft.com/office/drawing/2014/main" id="{0B4F9A39-4274-9B07-F7C4-7035870B4C24}"/>
              </a:ext>
            </a:extLst>
          </p:cNvPr>
          <p:cNvGraphicFramePr>
            <a:graphicFrameLocks noChangeAspect="1"/>
          </p:cNvGraphicFramePr>
          <p:nvPr/>
        </p:nvGraphicFramePr>
        <p:xfrm>
          <a:off x="174625" y="1736725"/>
          <a:ext cx="6705600" cy="4329113"/>
        </p:xfrm>
        <a:graphic>
          <a:graphicData uri="http://schemas.openxmlformats.org/presentationml/2006/ole">
            <mc:AlternateContent xmlns:mc="http://schemas.openxmlformats.org/markup-compatibility/2006">
              <mc:Choice xmlns:v="urn:schemas-microsoft-com:vml" Requires="v">
                <p:oleObj spid="_x0000_s7177" name="Picture" r:id="rId6" imgW="21958300" imgH="14160500" progId="Word.Picture.8">
                  <p:embed/>
                </p:oleObj>
              </mc:Choice>
              <mc:Fallback>
                <p:oleObj name="Picture" r:id="rId6" imgW="21958300" imgH="14160500" progId="Word.Picture.8">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4625" y="1736725"/>
                        <a:ext cx="6705600" cy="432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91" name="Rectangle 10">
            <a:extLst>
              <a:ext uri="{FF2B5EF4-FFF2-40B4-BE49-F238E27FC236}">
                <a16:creationId xmlns:a16="http://schemas.microsoft.com/office/drawing/2014/main" id="{EB2C553C-4527-F4EC-5D0E-123DF5067114}"/>
              </a:ext>
            </a:extLst>
          </p:cNvPr>
          <p:cNvSpPr>
            <a:spLocks noChangeArrowheads="1"/>
          </p:cNvSpPr>
          <p:nvPr/>
        </p:nvSpPr>
        <p:spPr bwMode="auto">
          <a:xfrm>
            <a:off x="179388" y="2060575"/>
            <a:ext cx="1873250" cy="24130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1992" name="Rectangle 11">
            <a:extLst>
              <a:ext uri="{FF2B5EF4-FFF2-40B4-BE49-F238E27FC236}">
                <a16:creationId xmlns:a16="http://schemas.microsoft.com/office/drawing/2014/main" id="{05556CDA-5AE0-205C-2FA3-BAD1C93894FC}"/>
              </a:ext>
            </a:extLst>
          </p:cNvPr>
          <p:cNvSpPr>
            <a:spLocks noChangeArrowheads="1"/>
          </p:cNvSpPr>
          <p:nvPr/>
        </p:nvSpPr>
        <p:spPr bwMode="auto">
          <a:xfrm>
            <a:off x="719138" y="2233613"/>
            <a:ext cx="1873250" cy="395287"/>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1993" name="Rectangle 12">
            <a:extLst>
              <a:ext uri="{FF2B5EF4-FFF2-40B4-BE49-F238E27FC236}">
                <a16:creationId xmlns:a16="http://schemas.microsoft.com/office/drawing/2014/main" id="{A9CC0634-4A6C-B483-CC0C-CBC67D3F7048}"/>
              </a:ext>
            </a:extLst>
          </p:cNvPr>
          <p:cNvSpPr>
            <a:spLocks noChangeArrowheads="1"/>
          </p:cNvSpPr>
          <p:nvPr/>
        </p:nvSpPr>
        <p:spPr bwMode="auto">
          <a:xfrm>
            <a:off x="2735263" y="3033713"/>
            <a:ext cx="144462" cy="395287"/>
          </a:xfrm>
          <a:prstGeom prst="rect">
            <a:avLst/>
          </a:prstGeom>
          <a:solidFill>
            <a:schemeClr val="tx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1994" name="Rectangle 13">
            <a:extLst>
              <a:ext uri="{FF2B5EF4-FFF2-40B4-BE49-F238E27FC236}">
                <a16:creationId xmlns:a16="http://schemas.microsoft.com/office/drawing/2014/main" id="{827385D9-AAD9-D462-7B5F-6ED65A5F0E4E}"/>
              </a:ext>
            </a:extLst>
          </p:cNvPr>
          <p:cNvSpPr>
            <a:spLocks noChangeArrowheads="1"/>
          </p:cNvSpPr>
          <p:nvPr/>
        </p:nvSpPr>
        <p:spPr bwMode="auto">
          <a:xfrm>
            <a:off x="1366838" y="2925763"/>
            <a:ext cx="1620837" cy="503237"/>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1995" name="Rectangle 14">
            <a:extLst>
              <a:ext uri="{FF2B5EF4-FFF2-40B4-BE49-F238E27FC236}">
                <a16:creationId xmlns:a16="http://schemas.microsoft.com/office/drawing/2014/main" id="{8D07CACB-36B0-C993-EB09-19A20AB59A21}"/>
              </a:ext>
            </a:extLst>
          </p:cNvPr>
          <p:cNvSpPr>
            <a:spLocks noChangeArrowheads="1"/>
          </p:cNvSpPr>
          <p:nvPr/>
        </p:nvSpPr>
        <p:spPr bwMode="auto">
          <a:xfrm>
            <a:off x="900113" y="3392488"/>
            <a:ext cx="1512887"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1996" name="Rectangle 15">
            <a:extLst>
              <a:ext uri="{FF2B5EF4-FFF2-40B4-BE49-F238E27FC236}">
                <a16:creationId xmlns:a16="http://schemas.microsoft.com/office/drawing/2014/main" id="{91964402-71D8-A9E7-DD52-758FC1F85A5A}"/>
              </a:ext>
            </a:extLst>
          </p:cNvPr>
          <p:cNvSpPr>
            <a:spLocks noChangeArrowheads="1"/>
          </p:cNvSpPr>
          <p:nvPr/>
        </p:nvSpPr>
        <p:spPr bwMode="auto">
          <a:xfrm>
            <a:off x="452438" y="3722688"/>
            <a:ext cx="3059112" cy="433387"/>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1997" name="Rectangle 16">
            <a:extLst>
              <a:ext uri="{FF2B5EF4-FFF2-40B4-BE49-F238E27FC236}">
                <a16:creationId xmlns:a16="http://schemas.microsoft.com/office/drawing/2014/main" id="{A39B3AB2-84C8-3E3F-CBDC-1031215CF7DA}"/>
              </a:ext>
            </a:extLst>
          </p:cNvPr>
          <p:cNvSpPr>
            <a:spLocks noChangeArrowheads="1"/>
          </p:cNvSpPr>
          <p:nvPr/>
        </p:nvSpPr>
        <p:spPr bwMode="auto">
          <a:xfrm>
            <a:off x="539750" y="4184650"/>
            <a:ext cx="2303463" cy="433388"/>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1998" name="Rectangle 17">
            <a:extLst>
              <a:ext uri="{FF2B5EF4-FFF2-40B4-BE49-F238E27FC236}">
                <a16:creationId xmlns:a16="http://schemas.microsoft.com/office/drawing/2014/main" id="{AE8F4E2D-47E8-73F7-5BF9-AA64174E66AA}"/>
              </a:ext>
            </a:extLst>
          </p:cNvPr>
          <p:cNvSpPr>
            <a:spLocks noChangeArrowheads="1"/>
          </p:cNvSpPr>
          <p:nvPr/>
        </p:nvSpPr>
        <p:spPr bwMode="auto">
          <a:xfrm>
            <a:off x="1290638" y="4470400"/>
            <a:ext cx="2625725"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1999" name="Rectangle 18">
            <a:extLst>
              <a:ext uri="{FF2B5EF4-FFF2-40B4-BE49-F238E27FC236}">
                <a16:creationId xmlns:a16="http://schemas.microsoft.com/office/drawing/2014/main" id="{21C2EAFF-5145-0B79-9D25-72FB9B2AC99C}"/>
              </a:ext>
            </a:extLst>
          </p:cNvPr>
          <p:cNvSpPr>
            <a:spLocks noChangeArrowheads="1"/>
          </p:cNvSpPr>
          <p:nvPr/>
        </p:nvSpPr>
        <p:spPr bwMode="auto">
          <a:xfrm>
            <a:off x="684213" y="4868863"/>
            <a:ext cx="2625725"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2000" name="标题 1">
            <a:extLst>
              <a:ext uri="{FF2B5EF4-FFF2-40B4-BE49-F238E27FC236}">
                <a16:creationId xmlns:a16="http://schemas.microsoft.com/office/drawing/2014/main" id="{4AB1BD61-CDCD-CA28-16A7-F2262AD6E91A}"/>
              </a:ext>
            </a:extLst>
          </p:cNvPr>
          <p:cNvSpPr>
            <a:spLocks noGrp="1" noChangeArrowheads="1"/>
          </p:cNvSpPr>
          <p:nvPr>
            <p:ph type="title"/>
          </p:nvPr>
        </p:nvSpPr>
        <p:spPr/>
        <p:txBody>
          <a:bodyPr/>
          <a:lstStyle/>
          <a:p>
            <a:r>
              <a:rPr lang="en-US" altLang="zh-CN">
                <a:ea typeface="宋体" panose="02010600030101010101" pitchFamily="2" charset="-122"/>
              </a:rPr>
              <a:t>Trace Recursive factorial</a:t>
            </a:r>
            <a:endParaRPr kumimoji="1" lang="zh-CN" altLang="en-US"/>
          </a:p>
        </p:txBody>
      </p:sp>
      <p:sp>
        <p:nvSpPr>
          <p:cNvPr id="42001" name="灯片编号占位符 4">
            <a:extLst>
              <a:ext uri="{FF2B5EF4-FFF2-40B4-BE49-F238E27FC236}">
                <a16:creationId xmlns:a16="http://schemas.microsoft.com/office/drawing/2014/main" id="{A8083BC5-08EA-112E-11D1-C7A08A4FA34B}"/>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C036B62E-C683-504E-8EAE-3C2524778E34}"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11</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4" name="文本框 3">
            <a:extLst>
              <a:ext uri="{FF2B5EF4-FFF2-40B4-BE49-F238E27FC236}">
                <a16:creationId xmlns:a16="http://schemas.microsoft.com/office/drawing/2014/main" id="{8AE015DB-6F54-3EA8-ADDA-E2A52E5B6848}"/>
              </a:ext>
            </a:extLst>
          </p:cNvPr>
          <p:cNvSpPr txBox="1"/>
          <p:nvPr/>
        </p:nvSpPr>
        <p:spPr>
          <a:xfrm>
            <a:off x="115888" y="4151313"/>
            <a:ext cx="2625725" cy="461962"/>
          </a:xfrm>
          <a:prstGeom prst="rect">
            <a:avLst/>
          </a:prstGeom>
          <a:ln>
            <a:solidFill>
              <a:srgbClr val="3465CC"/>
            </a:solidFill>
          </a:ln>
        </p:spPr>
        <p:style>
          <a:lnRef idx="2">
            <a:schemeClr val="accent1"/>
          </a:lnRef>
          <a:fillRef idx="1">
            <a:schemeClr val="lt1"/>
          </a:fillRef>
          <a:effectRef idx="0">
            <a:schemeClr val="accent1"/>
          </a:effectRef>
          <a:fontRef idx="minor">
            <a:schemeClr val="dk1"/>
          </a:fontRef>
        </p:style>
        <p:txBody>
          <a:bodyPr>
            <a:spAutoFit/>
          </a:bodyPr>
          <a:lstStyle/>
          <a:p>
            <a:pPr algn="ctr">
              <a:defRPr/>
            </a:pPr>
            <a:r>
              <a:rPr lang="en-US" altLang="zh-CN" b="1" dirty="0">
                <a:latin typeface="+mj-lt"/>
                <a:ea typeface="宋体" charset="-122"/>
              </a:rPr>
              <a:t>return factorial(0)</a:t>
            </a:r>
          </a:p>
        </p:txBody>
      </p:sp>
      <p:sp>
        <p:nvSpPr>
          <p:cNvPr id="42003" name="下箭头 4">
            <a:extLst>
              <a:ext uri="{FF2B5EF4-FFF2-40B4-BE49-F238E27FC236}">
                <a16:creationId xmlns:a16="http://schemas.microsoft.com/office/drawing/2014/main" id="{C7BCE1D7-5701-F396-CA2B-46249E39F1FE}"/>
              </a:ext>
            </a:extLst>
          </p:cNvPr>
          <p:cNvSpPr>
            <a:spLocks noChangeArrowheads="1"/>
          </p:cNvSpPr>
          <p:nvPr/>
        </p:nvSpPr>
        <p:spPr bwMode="auto">
          <a:xfrm rot="7538275">
            <a:off x="2548731" y="4523582"/>
            <a:ext cx="200025" cy="1049338"/>
          </a:xfrm>
          <a:prstGeom prst="downArrow">
            <a:avLst>
              <a:gd name="adj1" fmla="val 50000"/>
              <a:gd name="adj2" fmla="val 50153"/>
            </a:avLst>
          </a:prstGeom>
          <a:solidFill>
            <a:schemeClr val="bg1"/>
          </a:solidFill>
          <a:ln w="9525" algn="ctr">
            <a:solidFill>
              <a:schemeClr val="tx1"/>
            </a:solidFill>
            <a:round/>
            <a:headEnd/>
            <a:tailEnd/>
          </a:ln>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lgn="ctr" eaLnBrk="1" hangingPunct="1">
              <a:spcBef>
                <a:spcPct val="0"/>
              </a:spcBef>
              <a:buClrTx/>
              <a:buFontTx/>
              <a:buNone/>
            </a:pPr>
            <a:endParaRPr lang="zh-CN" altLang="en-US" sz="1800" b="0">
              <a:solidFill>
                <a:schemeClr val="tx1"/>
              </a:solidFill>
              <a:latin typeface="Times New Roman" panose="02020603050405020304" pitchFamily="18" charset="0"/>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4" name="Object 9">
            <a:extLst>
              <a:ext uri="{FF2B5EF4-FFF2-40B4-BE49-F238E27FC236}">
                <a16:creationId xmlns:a16="http://schemas.microsoft.com/office/drawing/2014/main" id="{05D93031-EF65-7BF2-3FFF-EE18D7803615}"/>
              </a:ext>
            </a:extLst>
          </p:cNvPr>
          <p:cNvGraphicFramePr>
            <a:graphicFrameLocks noGrp="1" noChangeAspect="1"/>
          </p:cNvGraphicFramePr>
          <p:nvPr>
            <p:ph idx="1"/>
          </p:nvPr>
        </p:nvGraphicFramePr>
        <p:xfrm>
          <a:off x="3976688" y="2644775"/>
          <a:ext cx="1066800" cy="2209800"/>
        </p:xfrm>
        <a:graphic>
          <a:graphicData uri="http://schemas.openxmlformats.org/presentationml/2006/ole">
            <mc:AlternateContent xmlns:mc="http://schemas.openxmlformats.org/markup-compatibility/2006">
              <mc:Choice xmlns:v="urn:schemas-microsoft-com:vml" Requires="v">
                <p:oleObj spid="_x0000_s8200" name="Picture" r:id="rId4" imgW="6413500" imgH="13246100" progId="Word.Picture.8">
                  <p:embed/>
                </p:oleObj>
              </mc:Choice>
              <mc:Fallback>
                <p:oleObj name="Picture" r:id="rId4" imgW="6413500" imgH="13246100" progId="Word.Picture.8">
                  <p:embed/>
                  <p:pic>
                    <p:nvPicPr>
                      <p:cNvPr id="0" name="Object 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6688" y="2644775"/>
                        <a:ext cx="1066800" cy="22098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5" name="Rectangle 3">
            <a:extLst>
              <a:ext uri="{FF2B5EF4-FFF2-40B4-BE49-F238E27FC236}">
                <a16:creationId xmlns:a16="http://schemas.microsoft.com/office/drawing/2014/main" id="{717F5DAB-0A69-2F6E-0882-D1F562AE1548}"/>
              </a:ext>
            </a:extLst>
          </p:cNvPr>
          <p:cNvSpPr>
            <a:spLocks noChangeArrowheads="1"/>
          </p:cNvSpPr>
          <p:nvPr/>
        </p:nvSpPr>
        <p:spPr bwMode="auto">
          <a:xfrm>
            <a:off x="1428750" y="1798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4036" name="Rectangle 4">
            <a:extLst>
              <a:ext uri="{FF2B5EF4-FFF2-40B4-BE49-F238E27FC236}">
                <a16:creationId xmlns:a16="http://schemas.microsoft.com/office/drawing/2014/main" id="{24255E18-0A5E-1470-1840-717CA216FA14}"/>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4037" name="Rectangle 6">
            <a:extLst>
              <a:ext uri="{FF2B5EF4-FFF2-40B4-BE49-F238E27FC236}">
                <a16:creationId xmlns:a16="http://schemas.microsoft.com/office/drawing/2014/main" id="{05C61AC1-C974-CD6C-BB01-CF1B370B8AC3}"/>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aphicFrame>
        <p:nvGraphicFramePr>
          <p:cNvPr id="44038" name="Object 7">
            <a:extLst>
              <a:ext uri="{FF2B5EF4-FFF2-40B4-BE49-F238E27FC236}">
                <a16:creationId xmlns:a16="http://schemas.microsoft.com/office/drawing/2014/main" id="{294D2EEA-80CA-A87C-0658-3553D2B7E345}"/>
              </a:ext>
            </a:extLst>
          </p:cNvPr>
          <p:cNvGraphicFramePr>
            <a:graphicFrameLocks noChangeAspect="1"/>
          </p:cNvGraphicFramePr>
          <p:nvPr/>
        </p:nvGraphicFramePr>
        <p:xfrm>
          <a:off x="279400" y="1736725"/>
          <a:ext cx="6705600" cy="4329113"/>
        </p:xfrm>
        <a:graphic>
          <a:graphicData uri="http://schemas.openxmlformats.org/presentationml/2006/ole">
            <mc:AlternateContent xmlns:mc="http://schemas.openxmlformats.org/markup-compatibility/2006">
              <mc:Choice xmlns:v="urn:schemas-microsoft-com:vml" Requires="v">
                <p:oleObj spid="_x0000_s8201" name="Picture" r:id="rId6" imgW="21958300" imgH="14160500" progId="Word.Picture.8">
                  <p:embed/>
                </p:oleObj>
              </mc:Choice>
              <mc:Fallback>
                <p:oleObj name="Picture" r:id="rId6" imgW="21958300" imgH="14160500" progId="Word.Picture.8">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9400" y="1736725"/>
                        <a:ext cx="6705600" cy="432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39" name="Rectangle 10">
            <a:extLst>
              <a:ext uri="{FF2B5EF4-FFF2-40B4-BE49-F238E27FC236}">
                <a16:creationId xmlns:a16="http://schemas.microsoft.com/office/drawing/2014/main" id="{C5C485C9-7432-FE2A-372B-3A9D4FF8CBFE}"/>
              </a:ext>
            </a:extLst>
          </p:cNvPr>
          <p:cNvSpPr>
            <a:spLocks noChangeArrowheads="1"/>
          </p:cNvSpPr>
          <p:nvPr/>
        </p:nvSpPr>
        <p:spPr bwMode="auto">
          <a:xfrm>
            <a:off x="312738" y="2090738"/>
            <a:ext cx="1873250" cy="24130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4040" name="Rectangle 11">
            <a:extLst>
              <a:ext uri="{FF2B5EF4-FFF2-40B4-BE49-F238E27FC236}">
                <a16:creationId xmlns:a16="http://schemas.microsoft.com/office/drawing/2014/main" id="{E2CE7D69-E668-E347-5979-B1786D205232}"/>
              </a:ext>
            </a:extLst>
          </p:cNvPr>
          <p:cNvSpPr>
            <a:spLocks noChangeArrowheads="1"/>
          </p:cNvSpPr>
          <p:nvPr/>
        </p:nvSpPr>
        <p:spPr bwMode="auto">
          <a:xfrm>
            <a:off x="862013" y="2219325"/>
            <a:ext cx="1873250" cy="395288"/>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4041" name="Rectangle 13">
            <a:extLst>
              <a:ext uri="{FF2B5EF4-FFF2-40B4-BE49-F238E27FC236}">
                <a16:creationId xmlns:a16="http://schemas.microsoft.com/office/drawing/2014/main" id="{19AD01F8-3A81-467D-626A-8C83EC7324E3}"/>
              </a:ext>
            </a:extLst>
          </p:cNvPr>
          <p:cNvSpPr>
            <a:spLocks noChangeArrowheads="1"/>
          </p:cNvSpPr>
          <p:nvPr/>
        </p:nvSpPr>
        <p:spPr bwMode="auto">
          <a:xfrm>
            <a:off x="1566863" y="2924175"/>
            <a:ext cx="1512887"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4042" name="Rectangle 14">
            <a:extLst>
              <a:ext uri="{FF2B5EF4-FFF2-40B4-BE49-F238E27FC236}">
                <a16:creationId xmlns:a16="http://schemas.microsoft.com/office/drawing/2014/main" id="{E39F2C50-60BE-4292-B7B2-7BE17BFB251E}"/>
              </a:ext>
            </a:extLst>
          </p:cNvPr>
          <p:cNvSpPr>
            <a:spLocks noChangeArrowheads="1"/>
          </p:cNvSpPr>
          <p:nvPr/>
        </p:nvSpPr>
        <p:spPr bwMode="auto">
          <a:xfrm>
            <a:off x="900113" y="3392488"/>
            <a:ext cx="1512887"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4043" name="Rectangle 15">
            <a:extLst>
              <a:ext uri="{FF2B5EF4-FFF2-40B4-BE49-F238E27FC236}">
                <a16:creationId xmlns:a16="http://schemas.microsoft.com/office/drawing/2014/main" id="{33737E0E-291A-2D12-C963-E2F32D96BA16}"/>
              </a:ext>
            </a:extLst>
          </p:cNvPr>
          <p:cNvSpPr>
            <a:spLocks noChangeArrowheads="1"/>
          </p:cNvSpPr>
          <p:nvPr/>
        </p:nvSpPr>
        <p:spPr bwMode="auto">
          <a:xfrm>
            <a:off x="560388" y="3724275"/>
            <a:ext cx="3059112" cy="433388"/>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4044" name="Rectangle 16">
            <a:extLst>
              <a:ext uri="{FF2B5EF4-FFF2-40B4-BE49-F238E27FC236}">
                <a16:creationId xmlns:a16="http://schemas.microsoft.com/office/drawing/2014/main" id="{79D7DD32-D3E9-943F-4A7C-51D514D84A9B}"/>
              </a:ext>
            </a:extLst>
          </p:cNvPr>
          <p:cNvSpPr>
            <a:spLocks noChangeArrowheads="1"/>
          </p:cNvSpPr>
          <p:nvPr/>
        </p:nvSpPr>
        <p:spPr bwMode="auto">
          <a:xfrm>
            <a:off x="665163" y="4103688"/>
            <a:ext cx="2303462" cy="433387"/>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4045" name="标题 1">
            <a:extLst>
              <a:ext uri="{FF2B5EF4-FFF2-40B4-BE49-F238E27FC236}">
                <a16:creationId xmlns:a16="http://schemas.microsoft.com/office/drawing/2014/main" id="{B7C53CE3-C707-3FAD-1DFB-F653FC3161CB}"/>
              </a:ext>
            </a:extLst>
          </p:cNvPr>
          <p:cNvSpPr>
            <a:spLocks noGrp="1" noChangeArrowheads="1"/>
          </p:cNvSpPr>
          <p:nvPr>
            <p:ph type="title"/>
          </p:nvPr>
        </p:nvSpPr>
        <p:spPr/>
        <p:txBody>
          <a:bodyPr/>
          <a:lstStyle/>
          <a:p>
            <a:r>
              <a:rPr lang="en-US" altLang="zh-CN">
                <a:ea typeface="宋体" panose="02010600030101010101" pitchFamily="2" charset="-122"/>
              </a:rPr>
              <a:t>Trace Recursive factorial</a:t>
            </a:r>
            <a:endParaRPr kumimoji="1" lang="zh-CN" altLang="en-US"/>
          </a:p>
        </p:txBody>
      </p:sp>
      <p:sp>
        <p:nvSpPr>
          <p:cNvPr id="44046" name="灯片编号占位符 4">
            <a:extLst>
              <a:ext uri="{FF2B5EF4-FFF2-40B4-BE49-F238E27FC236}">
                <a16:creationId xmlns:a16="http://schemas.microsoft.com/office/drawing/2014/main" id="{32D817AC-7BDB-6633-FE32-609E98500E58}"/>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60DE5532-5BE8-4B44-B7D5-57F1F0ED32ED}"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12</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4" name="文本框 3">
            <a:extLst>
              <a:ext uri="{FF2B5EF4-FFF2-40B4-BE49-F238E27FC236}">
                <a16:creationId xmlns:a16="http://schemas.microsoft.com/office/drawing/2014/main" id="{B0EC89AE-58A2-22E7-DD00-190752B04DA7}"/>
              </a:ext>
            </a:extLst>
          </p:cNvPr>
          <p:cNvSpPr txBox="1"/>
          <p:nvPr/>
        </p:nvSpPr>
        <p:spPr>
          <a:xfrm>
            <a:off x="23813" y="3132138"/>
            <a:ext cx="2640012" cy="461962"/>
          </a:xfrm>
          <a:prstGeom prst="rect">
            <a:avLst/>
          </a:prstGeom>
          <a:ln>
            <a:solidFill>
              <a:srgbClr val="3465CC"/>
            </a:solidFill>
          </a:ln>
        </p:spPr>
        <p:style>
          <a:lnRef idx="2">
            <a:schemeClr val="accent1"/>
          </a:lnRef>
          <a:fillRef idx="1">
            <a:schemeClr val="lt1"/>
          </a:fillRef>
          <a:effectRef idx="0">
            <a:schemeClr val="accent1"/>
          </a:effectRef>
          <a:fontRef idx="minor">
            <a:schemeClr val="dk1"/>
          </a:fontRef>
        </p:style>
        <p:txBody>
          <a:bodyPr>
            <a:spAutoFit/>
          </a:bodyPr>
          <a:lstStyle/>
          <a:p>
            <a:pPr algn="ctr">
              <a:defRPr/>
            </a:pPr>
            <a:r>
              <a:rPr lang="en-US" altLang="zh-CN" b="1" dirty="0">
                <a:latin typeface="+mj-lt"/>
                <a:ea typeface="宋体" charset="-122"/>
              </a:rPr>
              <a:t>return factorial(1)</a:t>
            </a:r>
          </a:p>
        </p:txBody>
      </p:sp>
      <p:sp>
        <p:nvSpPr>
          <p:cNvPr id="44048" name="下箭头 4">
            <a:extLst>
              <a:ext uri="{FF2B5EF4-FFF2-40B4-BE49-F238E27FC236}">
                <a16:creationId xmlns:a16="http://schemas.microsoft.com/office/drawing/2014/main" id="{4990475D-0433-8771-1619-271DC0C75F27}"/>
              </a:ext>
            </a:extLst>
          </p:cNvPr>
          <p:cNvSpPr>
            <a:spLocks noChangeArrowheads="1"/>
          </p:cNvSpPr>
          <p:nvPr/>
        </p:nvSpPr>
        <p:spPr bwMode="auto">
          <a:xfrm rot="9323570">
            <a:off x="1927225" y="3684588"/>
            <a:ext cx="200025" cy="1049337"/>
          </a:xfrm>
          <a:prstGeom prst="downArrow">
            <a:avLst>
              <a:gd name="adj1" fmla="val 50000"/>
              <a:gd name="adj2" fmla="val 50153"/>
            </a:avLst>
          </a:prstGeom>
          <a:solidFill>
            <a:schemeClr val="bg1"/>
          </a:solidFill>
          <a:ln w="9525" algn="ctr">
            <a:solidFill>
              <a:schemeClr val="tx1"/>
            </a:solidFill>
            <a:round/>
            <a:headEnd/>
            <a:tailEnd/>
          </a:ln>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lgn="ctr" eaLnBrk="1" hangingPunct="1">
              <a:spcBef>
                <a:spcPct val="0"/>
              </a:spcBef>
              <a:buClrTx/>
              <a:buFontTx/>
              <a:buNone/>
            </a:pPr>
            <a:endParaRPr lang="zh-CN" altLang="en-US" sz="1800" b="0">
              <a:solidFill>
                <a:schemeClr val="tx1"/>
              </a:solidFill>
              <a:latin typeface="Times New Roman" panose="02020603050405020304" pitchFamily="18" charset="0"/>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2" name="Object 9">
            <a:extLst>
              <a:ext uri="{FF2B5EF4-FFF2-40B4-BE49-F238E27FC236}">
                <a16:creationId xmlns:a16="http://schemas.microsoft.com/office/drawing/2014/main" id="{F2C06DB6-AA09-43CD-F4A2-BE4830021B40}"/>
              </a:ext>
            </a:extLst>
          </p:cNvPr>
          <p:cNvGraphicFramePr>
            <a:graphicFrameLocks noGrp="1" noChangeAspect="1"/>
          </p:cNvGraphicFramePr>
          <p:nvPr>
            <p:ph idx="1"/>
          </p:nvPr>
        </p:nvGraphicFramePr>
        <p:xfrm>
          <a:off x="3976688" y="2644775"/>
          <a:ext cx="1066800" cy="2209800"/>
        </p:xfrm>
        <a:graphic>
          <a:graphicData uri="http://schemas.openxmlformats.org/presentationml/2006/ole">
            <mc:AlternateContent xmlns:mc="http://schemas.openxmlformats.org/markup-compatibility/2006">
              <mc:Choice xmlns:v="urn:schemas-microsoft-com:vml" Requires="v">
                <p:oleObj spid="_x0000_s9224" name="Picture" r:id="rId4" imgW="6413500" imgH="13246100" progId="Word.Picture.8">
                  <p:embed/>
                </p:oleObj>
              </mc:Choice>
              <mc:Fallback>
                <p:oleObj name="Picture" r:id="rId4" imgW="6413500" imgH="13246100" progId="Word.Picture.8">
                  <p:embed/>
                  <p:pic>
                    <p:nvPicPr>
                      <p:cNvPr id="0" name="Object 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6688" y="2644775"/>
                        <a:ext cx="1066800" cy="22098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3" name="Rectangle 3">
            <a:extLst>
              <a:ext uri="{FF2B5EF4-FFF2-40B4-BE49-F238E27FC236}">
                <a16:creationId xmlns:a16="http://schemas.microsoft.com/office/drawing/2014/main" id="{5C901000-1133-ACE4-7422-DA94AA9A5FF6}"/>
              </a:ext>
            </a:extLst>
          </p:cNvPr>
          <p:cNvSpPr>
            <a:spLocks noChangeArrowheads="1"/>
          </p:cNvSpPr>
          <p:nvPr/>
        </p:nvSpPr>
        <p:spPr bwMode="auto">
          <a:xfrm>
            <a:off x="1428750" y="1798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6084" name="Rectangle 4">
            <a:extLst>
              <a:ext uri="{FF2B5EF4-FFF2-40B4-BE49-F238E27FC236}">
                <a16:creationId xmlns:a16="http://schemas.microsoft.com/office/drawing/2014/main" id="{65B6BB65-EBA7-E69F-1D90-F18ED2583D3E}"/>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6085" name="Rectangle 6">
            <a:extLst>
              <a:ext uri="{FF2B5EF4-FFF2-40B4-BE49-F238E27FC236}">
                <a16:creationId xmlns:a16="http://schemas.microsoft.com/office/drawing/2014/main" id="{36F00278-6D37-90F3-998A-7EC2CDF08EE5}"/>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aphicFrame>
        <p:nvGraphicFramePr>
          <p:cNvPr id="46086" name="Object 7">
            <a:extLst>
              <a:ext uri="{FF2B5EF4-FFF2-40B4-BE49-F238E27FC236}">
                <a16:creationId xmlns:a16="http://schemas.microsoft.com/office/drawing/2014/main" id="{72E5BDA2-2521-182F-10F7-1381A3FC2433}"/>
              </a:ext>
            </a:extLst>
          </p:cNvPr>
          <p:cNvGraphicFramePr>
            <a:graphicFrameLocks noChangeAspect="1"/>
          </p:cNvGraphicFramePr>
          <p:nvPr/>
        </p:nvGraphicFramePr>
        <p:xfrm>
          <a:off x="152400" y="1828800"/>
          <a:ext cx="6705600" cy="4329113"/>
        </p:xfrm>
        <a:graphic>
          <a:graphicData uri="http://schemas.openxmlformats.org/presentationml/2006/ole">
            <mc:AlternateContent xmlns:mc="http://schemas.openxmlformats.org/markup-compatibility/2006">
              <mc:Choice xmlns:v="urn:schemas-microsoft-com:vml" Requires="v">
                <p:oleObj spid="_x0000_s9225" name="Picture" r:id="rId6" imgW="21958300" imgH="14160500" progId="Word.Picture.8">
                  <p:embed/>
                </p:oleObj>
              </mc:Choice>
              <mc:Fallback>
                <p:oleObj name="Picture" r:id="rId6" imgW="21958300" imgH="14160500" progId="Word.Picture.8">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1828800"/>
                        <a:ext cx="6705600" cy="432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7" name="Rectangle 10">
            <a:extLst>
              <a:ext uri="{FF2B5EF4-FFF2-40B4-BE49-F238E27FC236}">
                <a16:creationId xmlns:a16="http://schemas.microsoft.com/office/drawing/2014/main" id="{58CD8C28-CD7A-4B6A-C46C-526F17024FE3}"/>
              </a:ext>
            </a:extLst>
          </p:cNvPr>
          <p:cNvSpPr>
            <a:spLocks noChangeArrowheads="1"/>
          </p:cNvSpPr>
          <p:nvPr/>
        </p:nvSpPr>
        <p:spPr bwMode="auto">
          <a:xfrm>
            <a:off x="179388" y="2060575"/>
            <a:ext cx="1873250" cy="1763713"/>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6088" name="Rectangle 11">
            <a:extLst>
              <a:ext uri="{FF2B5EF4-FFF2-40B4-BE49-F238E27FC236}">
                <a16:creationId xmlns:a16="http://schemas.microsoft.com/office/drawing/2014/main" id="{78628360-3B86-C71F-E11C-6CFF991C0F23}"/>
              </a:ext>
            </a:extLst>
          </p:cNvPr>
          <p:cNvSpPr>
            <a:spLocks noChangeArrowheads="1"/>
          </p:cNvSpPr>
          <p:nvPr/>
        </p:nvSpPr>
        <p:spPr bwMode="auto">
          <a:xfrm>
            <a:off x="684213" y="2312988"/>
            <a:ext cx="1873250" cy="395287"/>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6089" name="Rectangle 13">
            <a:extLst>
              <a:ext uri="{FF2B5EF4-FFF2-40B4-BE49-F238E27FC236}">
                <a16:creationId xmlns:a16="http://schemas.microsoft.com/office/drawing/2014/main" id="{E1533ACD-E6E0-5CB5-F105-0F916BE54AAB}"/>
              </a:ext>
            </a:extLst>
          </p:cNvPr>
          <p:cNvSpPr>
            <a:spLocks noChangeArrowheads="1"/>
          </p:cNvSpPr>
          <p:nvPr/>
        </p:nvSpPr>
        <p:spPr bwMode="auto">
          <a:xfrm>
            <a:off x="1446213" y="3019425"/>
            <a:ext cx="1514475"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6090" name="Rectangle 14">
            <a:extLst>
              <a:ext uri="{FF2B5EF4-FFF2-40B4-BE49-F238E27FC236}">
                <a16:creationId xmlns:a16="http://schemas.microsoft.com/office/drawing/2014/main" id="{B738E2D4-483E-BC71-4593-3A99B9CDC426}"/>
              </a:ext>
            </a:extLst>
          </p:cNvPr>
          <p:cNvSpPr>
            <a:spLocks noChangeArrowheads="1"/>
          </p:cNvSpPr>
          <p:nvPr/>
        </p:nvSpPr>
        <p:spPr bwMode="auto">
          <a:xfrm>
            <a:off x="900113" y="3392488"/>
            <a:ext cx="1512887" cy="431800"/>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6091" name="标题 1">
            <a:extLst>
              <a:ext uri="{FF2B5EF4-FFF2-40B4-BE49-F238E27FC236}">
                <a16:creationId xmlns:a16="http://schemas.microsoft.com/office/drawing/2014/main" id="{29DEA112-EA89-3F34-401D-EE181841CC8A}"/>
              </a:ext>
            </a:extLst>
          </p:cNvPr>
          <p:cNvSpPr>
            <a:spLocks noGrp="1" noChangeArrowheads="1"/>
          </p:cNvSpPr>
          <p:nvPr>
            <p:ph type="title"/>
          </p:nvPr>
        </p:nvSpPr>
        <p:spPr/>
        <p:txBody>
          <a:bodyPr/>
          <a:lstStyle/>
          <a:p>
            <a:r>
              <a:rPr lang="en-US" altLang="zh-CN">
                <a:ea typeface="宋体" panose="02010600030101010101" pitchFamily="2" charset="-122"/>
              </a:rPr>
              <a:t>Trace Recursive factorial</a:t>
            </a:r>
            <a:endParaRPr kumimoji="1" lang="zh-CN" altLang="en-US"/>
          </a:p>
        </p:txBody>
      </p:sp>
      <p:sp>
        <p:nvSpPr>
          <p:cNvPr id="46092" name="灯片编号占位符 4">
            <a:extLst>
              <a:ext uri="{FF2B5EF4-FFF2-40B4-BE49-F238E27FC236}">
                <a16:creationId xmlns:a16="http://schemas.microsoft.com/office/drawing/2014/main" id="{B611313E-3838-8A8D-11BC-4F5EE1D479AD}"/>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4B9920EF-71C3-E14F-94C7-030CC7920984}"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13</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4" name="文本框 3">
            <a:extLst>
              <a:ext uri="{FF2B5EF4-FFF2-40B4-BE49-F238E27FC236}">
                <a16:creationId xmlns:a16="http://schemas.microsoft.com/office/drawing/2014/main" id="{9FE6D38B-AF26-07CB-644D-F4A87A43B3BF}"/>
              </a:ext>
            </a:extLst>
          </p:cNvPr>
          <p:cNvSpPr txBox="1"/>
          <p:nvPr/>
        </p:nvSpPr>
        <p:spPr>
          <a:xfrm>
            <a:off x="-7938" y="2357438"/>
            <a:ext cx="2625726" cy="461962"/>
          </a:xfrm>
          <a:prstGeom prst="rect">
            <a:avLst/>
          </a:prstGeom>
          <a:ln>
            <a:solidFill>
              <a:srgbClr val="3465CC"/>
            </a:solidFill>
          </a:ln>
        </p:spPr>
        <p:style>
          <a:lnRef idx="2">
            <a:schemeClr val="accent1"/>
          </a:lnRef>
          <a:fillRef idx="1">
            <a:schemeClr val="lt1"/>
          </a:fillRef>
          <a:effectRef idx="0">
            <a:schemeClr val="accent1"/>
          </a:effectRef>
          <a:fontRef idx="minor">
            <a:schemeClr val="dk1"/>
          </a:fontRef>
        </p:style>
        <p:txBody>
          <a:bodyPr>
            <a:spAutoFit/>
          </a:bodyPr>
          <a:lstStyle/>
          <a:p>
            <a:pPr algn="ctr">
              <a:defRPr/>
            </a:pPr>
            <a:r>
              <a:rPr lang="en-US" altLang="zh-CN" b="1" dirty="0">
                <a:latin typeface="+mj-lt"/>
                <a:ea typeface="宋体" charset="-122"/>
              </a:rPr>
              <a:t>return factorial(2)</a:t>
            </a:r>
          </a:p>
        </p:txBody>
      </p:sp>
      <p:sp>
        <p:nvSpPr>
          <p:cNvPr id="46094" name="下箭头 4">
            <a:extLst>
              <a:ext uri="{FF2B5EF4-FFF2-40B4-BE49-F238E27FC236}">
                <a16:creationId xmlns:a16="http://schemas.microsoft.com/office/drawing/2014/main" id="{1776FD61-8C56-42D7-B896-D1C1B2CEB2A8}"/>
              </a:ext>
            </a:extLst>
          </p:cNvPr>
          <p:cNvSpPr>
            <a:spLocks noChangeArrowheads="1"/>
          </p:cNvSpPr>
          <p:nvPr/>
        </p:nvSpPr>
        <p:spPr bwMode="auto">
          <a:xfrm rot="8875464">
            <a:off x="1508125" y="2933700"/>
            <a:ext cx="200025" cy="1049338"/>
          </a:xfrm>
          <a:prstGeom prst="downArrow">
            <a:avLst>
              <a:gd name="adj1" fmla="val 50000"/>
              <a:gd name="adj2" fmla="val 50153"/>
            </a:avLst>
          </a:prstGeom>
          <a:solidFill>
            <a:schemeClr val="bg1"/>
          </a:solidFill>
          <a:ln w="9525" algn="ctr">
            <a:solidFill>
              <a:schemeClr val="tx1"/>
            </a:solidFill>
            <a:round/>
            <a:headEnd/>
            <a:tailEnd/>
          </a:ln>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lgn="ctr" eaLnBrk="1" hangingPunct="1">
              <a:spcBef>
                <a:spcPct val="0"/>
              </a:spcBef>
              <a:buClrTx/>
              <a:buFontTx/>
              <a:buNone/>
            </a:pPr>
            <a:endParaRPr lang="zh-CN" altLang="en-US" sz="1800" b="0">
              <a:solidFill>
                <a:schemeClr val="tx1"/>
              </a:solidFill>
              <a:latin typeface="Times New Roman" panose="02020603050405020304" pitchFamily="18" charset="0"/>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30" name="Object 9">
            <a:extLst>
              <a:ext uri="{FF2B5EF4-FFF2-40B4-BE49-F238E27FC236}">
                <a16:creationId xmlns:a16="http://schemas.microsoft.com/office/drawing/2014/main" id="{2246C7DB-CA70-6823-8FA9-F4D6FBA4FA3E}"/>
              </a:ext>
            </a:extLst>
          </p:cNvPr>
          <p:cNvGraphicFramePr>
            <a:graphicFrameLocks noGrp="1" noChangeAspect="1"/>
          </p:cNvGraphicFramePr>
          <p:nvPr>
            <p:ph idx="1"/>
          </p:nvPr>
        </p:nvGraphicFramePr>
        <p:xfrm>
          <a:off x="3976688" y="2644775"/>
          <a:ext cx="1066800" cy="2209800"/>
        </p:xfrm>
        <a:graphic>
          <a:graphicData uri="http://schemas.openxmlformats.org/presentationml/2006/ole">
            <mc:AlternateContent xmlns:mc="http://schemas.openxmlformats.org/markup-compatibility/2006">
              <mc:Choice xmlns:v="urn:schemas-microsoft-com:vml" Requires="v">
                <p:oleObj spid="_x0000_s10248" name="Picture" r:id="rId4" imgW="6413500" imgH="13246100" progId="Word.Picture.8">
                  <p:embed/>
                </p:oleObj>
              </mc:Choice>
              <mc:Fallback>
                <p:oleObj name="Picture" r:id="rId4" imgW="6413500" imgH="13246100" progId="Word.Picture.8">
                  <p:embed/>
                  <p:pic>
                    <p:nvPicPr>
                      <p:cNvPr id="0" name="Object 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6688" y="2644775"/>
                        <a:ext cx="1066800" cy="22098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1" name="Rectangle 3">
            <a:extLst>
              <a:ext uri="{FF2B5EF4-FFF2-40B4-BE49-F238E27FC236}">
                <a16:creationId xmlns:a16="http://schemas.microsoft.com/office/drawing/2014/main" id="{7D20A92D-3067-3951-FA8C-82F9914431BC}"/>
              </a:ext>
            </a:extLst>
          </p:cNvPr>
          <p:cNvSpPr>
            <a:spLocks noChangeArrowheads="1"/>
          </p:cNvSpPr>
          <p:nvPr/>
        </p:nvSpPr>
        <p:spPr bwMode="auto">
          <a:xfrm>
            <a:off x="1428750" y="1798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8132" name="Rectangle 4">
            <a:extLst>
              <a:ext uri="{FF2B5EF4-FFF2-40B4-BE49-F238E27FC236}">
                <a16:creationId xmlns:a16="http://schemas.microsoft.com/office/drawing/2014/main" id="{A485F827-5303-59DA-A778-A695B2F8D0F5}"/>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8133" name="Rectangle 6">
            <a:extLst>
              <a:ext uri="{FF2B5EF4-FFF2-40B4-BE49-F238E27FC236}">
                <a16:creationId xmlns:a16="http://schemas.microsoft.com/office/drawing/2014/main" id="{2D486201-2DE8-223E-F90F-B333E91687DB}"/>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aphicFrame>
        <p:nvGraphicFramePr>
          <p:cNvPr id="48134" name="Object 7">
            <a:extLst>
              <a:ext uri="{FF2B5EF4-FFF2-40B4-BE49-F238E27FC236}">
                <a16:creationId xmlns:a16="http://schemas.microsoft.com/office/drawing/2014/main" id="{E40B7A32-8EB6-D817-F426-BFFA0FDF1B87}"/>
              </a:ext>
            </a:extLst>
          </p:cNvPr>
          <p:cNvGraphicFramePr>
            <a:graphicFrameLocks noChangeAspect="1"/>
          </p:cNvGraphicFramePr>
          <p:nvPr/>
        </p:nvGraphicFramePr>
        <p:xfrm>
          <a:off x="152400" y="1828800"/>
          <a:ext cx="6705600" cy="4329113"/>
        </p:xfrm>
        <a:graphic>
          <a:graphicData uri="http://schemas.openxmlformats.org/presentationml/2006/ole">
            <mc:AlternateContent xmlns:mc="http://schemas.openxmlformats.org/markup-compatibility/2006">
              <mc:Choice xmlns:v="urn:schemas-microsoft-com:vml" Requires="v">
                <p:oleObj spid="_x0000_s10249" name="Picture" r:id="rId6" imgW="21958300" imgH="14160500" progId="Word.Picture.8">
                  <p:embed/>
                </p:oleObj>
              </mc:Choice>
              <mc:Fallback>
                <p:oleObj name="Picture" r:id="rId6" imgW="21958300" imgH="14160500" progId="Word.Picture.8">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1828800"/>
                        <a:ext cx="6705600" cy="432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5" name="Rectangle 10">
            <a:extLst>
              <a:ext uri="{FF2B5EF4-FFF2-40B4-BE49-F238E27FC236}">
                <a16:creationId xmlns:a16="http://schemas.microsoft.com/office/drawing/2014/main" id="{184F8CEE-8899-5558-0EE8-3018E92225F0}"/>
              </a:ext>
            </a:extLst>
          </p:cNvPr>
          <p:cNvSpPr>
            <a:spLocks noChangeArrowheads="1"/>
          </p:cNvSpPr>
          <p:nvPr/>
        </p:nvSpPr>
        <p:spPr bwMode="auto">
          <a:xfrm>
            <a:off x="179388" y="2060575"/>
            <a:ext cx="1873250" cy="1081088"/>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8136" name="Rectangle 11">
            <a:extLst>
              <a:ext uri="{FF2B5EF4-FFF2-40B4-BE49-F238E27FC236}">
                <a16:creationId xmlns:a16="http://schemas.microsoft.com/office/drawing/2014/main" id="{3F9A23F2-D184-309E-5F86-FA4EAB067B7D}"/>
              </a:ext>
            </a:extLst>
          </p:cNvPr>
          <p:cNvSpPr>
            <a:spLocks noChangeArrowheads="1"/>
          </p:cNvSpPr>
          <p:nvPr/>
        </p:nvSpPr>
        <p:spPr bwMode="auto">
          <a:xfrm>
            <a:off x="684213" y="2312988"/>
            <a:ext cx="1873250" cy="395287"/>
          </a:xfrm>
          <a:prstGeom prst="rect">
            <a:avLst/>
          </a:prstGeom>
          <a:solidFill>
            <a:schemeClr val="bg1"/>
          </a:solidFill>
          <a:ln w="12700">
            <a:solidFill>
              <a:schemeClr val="bg1"/>
            </a:solidFill>
            <a:miter lim="800000"/>
            <a:headEnd type="none" w="sm" len="sm"/>
            <a:tailEnd type="none" w="sm" len="sm"/>
          </a:ln>
        </p:spPr>
        <p:txBody>
          <a:bodyPr wrap="none" anchor="ct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48137" name="标题 1">
            <a:extLst>
              <a:ext uri="{FF2B5EF4-FFF2-40B4-BE49-F238E27FC236}">
                <a16:creationId xmlns:a16="http://schemas.microsoft.com/office/drawing/2014/main" id="{377C6796-3499-B1B2-2615-6DB6542363BD}"/>
              </a:ext>
            </a:extLst>
          </p:cNvPr>
          <p:cNvSpPr>
            <a:spLocks noGrp="1" noChangeArrowheads="1"/>
          </p:cNvSpPr>
          <p:nvPr>
            <p:ph type="title"/>
          </p:nvPr>
        </p:nvSpPr>
        <p:spPr/>
        <p:txBody>
          <a:bodyPr/>
          <a:lstStyle/>
          <a:p>
            <a:r>
              <a:rPr lang="en-US" altLang="zh-CN">
                <a:ea typeface="宋体" panose="02010600030101010101" pitchFamily="2" charset="-122"/>
              </a:rPr>
              <a:t>Trace Recursive factorial</a:t>
            </a:r>
            <a:endParaRPr kumimoji="1" lang="zh-CN" altLang="en-US"/>
          </a:p>
        </p:txBody>
      </p:sp>
      <p:sp>
        <p:nvSpPr>
          <p:cNvPr id="48138" name="灯片编号占位符 4">
            <a:extLst>
              <a:ext uri="{FF2B5EF4-FFF2-40B4-BE49-F238E27FC236}">
                <a16:creationId xmlns:a16="http://schemas.microsoft.com/office/drawing/2014/main" id="{72CA0CC2-B01F-A173-8CC4-13411AF6635A}"/>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EA24F0C6-CACB-6644-9AF6-CA18552B8EA3}"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14</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4" name="文本框 3">
            <a:extLst>
              <a:ext uri="{FF2B5EF4-FFF2-40B4-BE49-F238E27FC236}">
                <a16:creationId xmlns:a16="http://schemas.microsoft.com/office/drawing/2014/main" id="{C5DA1E91-A282-1366-C664-501F7B21970A}"/>
              </a:ext>
            </a:extLst>
          </p:cNvPr>
          <p:cNvSpPr txBox="1"/>
          <p:nvPr/>
        </p:nvSpPr>
        <p:spPr>
          <a:xfrm>
            <a:off x="152400" y="1562100"/>
            <a:ext cx="2625725" cy="461963"/>
          </a:xfrm>
          <a:prstGeom prst="rect">
            <a:avLst/>
          </a:prstGeom>
          <a:ln>
            <a:solidFill>
              <a:srgbClr val="3465CC"/>
            </a:solidFill>
          </a:ln>
        </p:spPr>
        <p:style>
          <a:lnRef idx="2">
            <a:schemeClr val="accent1"/>
          </a:lnRef>
          <a:fillRef idx="1">
            <a:schemeClr val="lt1"/>
          </a:fillRef>
          <a:effectRef idx="0">
            <a:schemeClr val="accent1"/>
          </a:effectRef>
          <a:fontRef idx="minor">
            <a:schemeClr val="dk1"/>
          </a:fontRef>
        </p:style>
        <p:txBody>
          <a:bodyPr>
            <a:spAutoFit/>
          </a:bodyPr>
          <a:lstStyle/>
          <a:p>
            <a:pPr algn="ctr">
              <a:defRPr/>
            </a:pPr>
            <a:r>
              <a:rPr lang="en-US" altLang="zh-CN" b="1" dirty="0">
                <a:latin typeface="+mj-lt"/>
                <a:ea typeface="宋体" charset="-122"/>
              </a:rPr>
              <a:t>return factorial(3)</a:t>
            </a:r>
          </a:p>
        </p:txBody>
      </p:sp>
      <p:sp>
        <p:nvSpPr>
          <p:cNvPr id="48140" name="下箭头 4">
            <a:extLst>
              <a:ext uri="{FF2B5EF4-FFF2-40B4-BE49-F238E27FC236}">
                <a16:creationId xmlns:a16="http://schemas.microsoft.com/office/drawing/2014/main" id="{9F0E0E29-D19C-84BF-DE9B-545F07388D0B}"/>
              </a:ext>
            </a:extLst>
          </p:cNvPr>
          <p:cNvSpPr>
            <a:spLocks noChangeArrowheads="1"/>
          </p:cNvSpPr>
          <p:nvPr/>
        </p:nvSpPr>
        <p:spPr bwMode="auto">
          <a:xfrm rot="10086568">
            <a:off x="1252538" y="2132013"/>
            <a:ext cx="200025" cy="1047750"/>
          </a:xfrm>
          <a:prstGeom prst="downArrow">
            <a:avLst>
              <a:gd name="adj1" fmla="val 50000"/>
              <a:gd name="adj2" fmla="val 50077"/>
            </a:avLst>
          </a:prstGeom>
          <a:solidFill>
            <a:schemeClr val="bg1"/>
          </a:solidFill>
          <a:ln w="9525" algn="ctr">
            <a:solidFill>
              <a:schemeClr val="tx1"/>
            </a:solidFill>
            <a:round/>
            <a:headEnd/>
            <a:tailEnd/>
          </a:ln>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lgn="ctr" eaLnBrk="1" hangingPunct="1">
              <a:spcBef>
                <a:spcPct val="0"/>
              </a:spcBef>
              <a:buClrTx/>
              <a:buFontTx/>
              <a:buNone/>
            </a:pPr>
            <a:endParaRPr lang="zh-CN" altLang="en-US" sz="1800" b="0">
              <a:solidFill>
                <a:schemeClr val="tx1"/>
              </a:solidFill>
              <a:latin typeface="Times New Roman" panose="02020603050405020304" pitchFamily="18" charset="0"/>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78" name="Object 9">
            <a:extLst>
              <a:ext uri="{FF2B5EF4-FFF2-40B4-BE49-F238E27FC236}">
                <a16:creationId xmlns:a16="http://schemas.microsoft.com/office/drawing/2014/main" id="{A7F3FA2C-F825-5C0D-9E4F-CA2DABDC835F}"/>
              </a:ext>
            </a:extLst>
          </p:cNvPr>
          <p:cNvGraphicFramePr>
            <a:graphicFrameLocks noGrp="1" noChangeAspect="1"/>
          </p:cNvGraphicFramePr>
          <p:nvPr>
            <p:ph idx="1"/>
          </p:nvPr>
        </p:nvGraphicFramePr>
        <p:xfrm>
          <a:off x="3976688" y="2644775"/>
          <a:ext cx="1066800" cy="2209800"/>
        </p:xfrm>
        <a:graphic>
          <a:graphicData uri="http://schemas.openxmlformats.org/presentationml/2006/ole">
            <mc:AlternateContent xmlns:mc="http://schemas.openxmlformats.org/markup-compatibility/2006">
              <mc:Choice xmlns:v="urn:schemas-microsoft-com:vml" Requires="v">
                <p:oleObj spid="_x0000_s11272" name="Picture" r:id="rId4" imgW="6413500" imgH="13246100" progId="Word.Picture.8">
                  <p:embed/>
                </p:oleObj>
              </mc:Choice>
              <mc:Fallback>
                <p:oleObj name="Picture" r:id="rId4" imgW="6413500" imgH="13246100" progId="Word.Picture.8">
                  <p:embed/>
                  <p:pic>
                    <p:nvPicPr>
                      <p:cNvPr id="0" name="Object 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6688" y="2644775"/>
                        <a:ext cx="1066800" cy="22098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79" name="Rectangle 3">
            <a:extLst>
              <a:ext uri="{FF2B5EF4-FFF2-40B4-BE49-F238E27FC236}">
                <a16:creationId xmlns:a16="http://schemas.microsoft.com/office/drawing/2014/main" id="{05D7C33E-642C-727A-D1BC-6B89B0EFA03D}"/>
              </a:ext>
            </a:extLst>
          </p:cNvPr>
          <p:cNvSpPr>
            <a:spLocks noChangeArrowheads="1"/>
          </p:cNvSpPr>
          <p:nvPr/>
        </p:nvSpPr>
        <p:spPr bwMode="auto">
          <a:xfrm>
            <a:off x="1428750" y="1798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50180" name="Rectangle 4">
            <a:extLst>
              <a:ext uri="{FF2B5EF4-FFF2-40B4-BE49-F238E27FC236}">
                <a16:creationId xmlns:a16="http://schemas.microsoft.com/office/drawing/2014/main" id="{FFA12704-23FC-051D-E0D6-6EEEF2CB7209}"/>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50181" name="Rectangle 6">
            <a:extLst>
              <a:ext uri="{FF2B5EF4-FFF2-40B4-BE49-F238E27FC236}">
                <a16:creationId xmlns:a16="http://schemas.microsoft.com/office/drawing/2014/main" id="{D9257D54-E328-E0D8-7D74-AF7571939926}"/>
              </a:ext>
            </a:extLst>
          </p:cNvPr>
          <p:cNvSpPr>
            <a:spLocks noChangeArrowheads="1"/>
          </p:cNvSpPr>
          <p:nvPr/>
        </p:nvSpPr>
        <p:spPr bwMode="auto">
          <a:xfrm>
            <a:off x="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aphicFrame>
        <p:nvGraphicFramePr>
          <p:cNvPr id="50182" name="Object 7">
            <a:extLst>
              <a:ext uri="{FF2B5EF4-FFF2-40B4-BE49-F238E27FC236}">
                <a16:creationId xmlns:a16="http://schemas.microsoft.com/office/drawing/2014/main" id="{283E28F6-6327-61C6-54CD-13BA087E4CE6}"/>
              </a:ext>
            </a:extLst>
          </p:cNvPr>
          <p:cNvGraphicFramePr>
            <a:graphicFrameLocks noChangeAspect="1"/>
          </p:cNvGraphicFramePr>
          <p:nvPr/>
        </p:nvGraphicFramePr>
        <p:xfrm>
          <a:off x="152400" y="1828800"/>
          <a:ext cx="6705600" cy="4329113"/>
        </p:xfrm>
        <a:graphic>
          <a:graphicData uri="http://schemas.openxmlformats.org/presentationml/2006/ole">
            <mc:AlternateContent xmlns:mc="http://schemas.openxmlformats.org/markup-compatibility/2006">
              <mc:Choice xmlns:v="urn:schemas-microsoft-com:vml" Requires="v">
                <p:oleObj spid="_x0000_s11273" name="图片" r:id="rId6" imgW="21958300" imgH="14160500" progId="Word.Picture.8">
                  <p:embed/>
                </p:oleObj>
              </mc:Choice>
              <mc:Fallback>
                <p:oleObj name="图片" r:id="rId6" imgW="21958300" imgH="14160500" progId="Word.Picture.8">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1828800"/>
                        <a:ext cx="6705600" cy="432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83" name="标题 1">
            <a:extLst>
              <a:ext uri="{FF2B5EF4-FFF2-40B4-BE49-F238E27FC236}">
                <a16:creationId xmlns:a16="http://schemas.microsoft.com/office/drawing/2014/main" id="{64E70D2E-F661-13FD-F9ED-25E55569E919}"/>
              </a:ext>
            </a:extLst>
          </p:cNvPr>
          <p:cNvSpPr>
            <a:spLocks noGrp="1" noChangeArrowheads="1"/>
          </p:cNvSpPr>
          <p:nvPr>
            <p:ph type="title"/>
          </p:nvPr>
        </p:nvSpPr>
        <p:spPr/>
        <p:txBody>
          <a:bodyPr/>
          <a:lstStyle/>
          <a:p>
            <a:r>
              <a:rPr lang="en-US" altLang="zh-CN">
                <a:ea typeface="宋体" panose="02010600030101010101" pitchFamily="2" charset="-122"/>
              </a:rPr>
              <a:t>Trace Recursive factorial</a:t>
            </a:r>
            <a:endParaRPr kumimoji="1" lang="zh-CN" altLang="en-US"/>
          </a:p>
        </p:txBody>
      </p:sp>
      <p:sp>
        <p:nvSpPr>
          <p:cNvPr id="50184" name="灯片编号占位符 4">
            <a:extLst>
              <a:ext uri="{FF2B5EF4-FFF2-40B4-BE49-F238E27FC236}">
                <a16:creationId xmlns:a16="http://schemas.microsoft.com/office/drawing/2014/main" id="{D911B744-8E8A-07A3-58DE-35DA65FEE0B8}"/>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751D8FB5-EC5D-3949-A04F-4B8F1ED8FD62}"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15</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4" name="文本框 3">
            <a:extLst>
              <a:ext uri="{FF2B5EF4-FFF2-40B4-BE49-F238E27FC236}">
                <a16:creationId xmlns:a16="http://schemas.microsoft.com/office/drawing/2014/main" id="{F2B5C1CA-73D0-9C25-BE83-CDBADF0EC21D}"/>
              </a:ext>
            </a:extLst>
          </p:cNvPr>
          <p:cNvSpPr txBox="1"/>
          <p:nvPr/>
        </p:nvSpPr>
        <p:spPr>
          <a:xfrm>
            <a:off x="1258888" y="1263650"/>
            <a:ext cx="2625725" cy="460375"/>
          </a:xfrm>
          <a:prstGeom prst="rect">
            <a:avLst/>
          </a:prstGeom>
          <a:ln>
            <a:solidFill>
              <a:srgbClr val="3465CC"/>
            </a:solidFill>
          </a:ln>
        </p:spPr>
        <p:style>
          <a:lnRef idx="2">
            <a:schemeClr val="accent1"/>
          </a:lnRef>
          <a:fillRef idx="1">
            <a:schemeClr val="lt1"/>
          </a:fillRef>
          <a:effectRef idx="0">
            <a:schemeClr val="accent1"/>
          </a:effectRef>
          <a:fontRef idx="minor">
            <a:schemeClr val="dk1"/>
          </a:fontRef>
        </p:style>
        <p:txBody>
          <a:bodyPr>
            <a:spAutoFit/>
          </a:bodyPr>
          <a:lstStyle/>
          <a:p>
            <a:pPr algn="ctr">
              <a:defRPr/>
            </a:pPr>
            <a:r>
              <a:rPr lang="en-US" altLang="zh-CN" b="1" dirty="0">
                <a:latin typeface="+mj-lt"/>
                <a:ea typeface="宋体" charset="-122"/>
              </a:rPr>
              <a:t>return factorial(4)</a:t>
            </a:r>
          </a:p>
        </p:txBody>
      </p:sp>
      <p:sp>
        <p:nvSpPr>
          <p:cNvPr id="50186" name="下箭头 4">
            <a:extLst>
              <a:ext uri="{FF2B5EF4-FFF2-40B4-BE49-F238E27FC236}">
                <a16:creationId xmlns:a16="http://schemas.microsoft.com/office/drawing/2014/main" id="{3DDD11E8-DE43-3A6F-3CDF-94116B9E23B6}"/>
              </a:ext>
            </a:extLst>
          </p:cNvPr>
          <p:cNvSpPr>
            <a:spLocks noChangeArrowheads="1"/>
          </p:cNvSpPr>
          <p:nvPr/>
        </p:nvSpPr>
        <p:spPr bwMode="auto">
          <a:xfrm rot="-7940722">
            <a:off x="1332706" y="1740694"/>
            <a:ext cx="192088" cy="952500"/>
          </a:xfrm>
          <a:prstGeom prst="downArrow">
            <a:avLst>
              <a:gd name="adj1" fmla="val 50000"/>
              <a:gd name="adj2" fmla="val 50023"/>
            </a:avLst>
          </a:prstGeom>
          <a:solidFill>
            <a:schemeClr val="bg1"/>
          </a:solidFill>
          <a:ln w="9525" algn="ctr">
            <a:solidFill>
              <a:schemeClr val="tx1"/>
            </a:solidFill>
            <a:round/>
            <a:headEnd/>
            <a:tailEnd/>
          </a:ln>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lgn="ctr" eaLnBrk="1" hangingPunct="1">
              <a:spcBef>
                <a:spcPct val="0"/>
              </a:spcBef>
              <a:buClrTx/>
              <a:buFontTx/>
              <a:buNone/>
            </a:pPr>
            <a:endParaRPr lang="zh-CN" altLang="en-US" sz="1800" b="0">
              <a:solidFill>
                <a:schemeClr val="tx1"/>
              </a:solidFill>
              <a:latin typeface="Times New Roman" panose="02020603050405020304" pitchFamily="18" charset="0"/>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a:extLst>
              <a:ext uri="{FF2B5EF4-FFF2-40B4-BE49-F238E27FC236}">
                <a16:creationId xmlns:a16="http://schemas.microsoft.com/office/drawing/2014/main" id="{7E800DC1-F6EA-7164-EB27-53EF5EB18B22}"/>
              </a:ext>
            </a:extLst>
          </p:cNvPr>
          <p:cNvSpPr>
            <a:spLocks noChangeArrowheads="1"/>
          </p:cNvSpPr>
          <p:nvPr/>
        </p:nvSpPr>
        <p:spPr bwMode="auto">
          <a:xfrm>
            <a:off x="1428750" y="1798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52227" name="Rectangle 4">
            <a:extLst>
              <a:ext uri="{FF2B5EF4-FFF2-40B4-BE49-F238E27FC236}">
                <a16:creationId xmlns:a16="http://schemas.microsoft.com/office/drawing/2014/main" id="{6E5F5BBA-4E77-5BF7-F5BD-3ED8469FD2E8}"/>
              </a:ext>
            </a:extLst>
          </p:cNvPr>
          <p:cNvSpPr>
            <a:spLocks noChangeArrowheads="1"/>
          </p:cNvSpPr>
          <p:nvPr/>
        </p:nvSpPr>
        <p:spPr bwMode="auto">
          <a:xfrm>
            <a:off x="1885950" y="1485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aphicFrame>
        <p:nvGraphicFramePr>
          <p:cNvPr id="52228" name="Object 5">
            <a:extLst>
              <a:ext uri="{FF2B5EF4-FFF2-40B4-BE49-F238E27FC236}">
                <a16:creationId xmlns:a16="http://schemas.microsoft.com/office/drawing/2014/main" id="{8F5325AC-6BAE-9A81-00DC-C89A787D3240}"/>
              </a:ext>
            </a:extLst>
          </p:cNvPr>
          <p:cNvGraphicFramePr>
            <a:graphicFrameLocks noChangeAspect="1"/>
          </p:cNvGraphicFramePr>
          <p:nvPr/>
        </p:nvGraphicFramePr>
        <p:xfrm>
          <a:off x="723900" y="1262063"/>
          <a:ext cx="7696200" cy="5568950"/>
        </p:xfrm>
        <a:graphic>
          <a:graphicData uri="http://schemas.openxmlformats.org/presentationml/2006/ole">
            <mc:AlternateContent xmlns:mc="http://schemas.openxmlformats.org/markup-compatibility/2006">
              <mc:Choice xmlns:v="urn:schemas-microsoft-com:vml" Requires="v">
                <p:oleObj spid="_x0000_s12293" name="Picture" r:id="rId4" imgW="32232600" imgH="23317200" progId="Word.Picture.8">
                  <p:embed/>
                </p:oleObj>
              </mc:Choice>
              <mc:Fallback>
                <p:oleObj name="Picture" r:id="rId4" imgW="32232600" imgH="23317200" progId="Word.Picture.8">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900" y="1262063"/>
                        <a:ext cx="7696200" cy="5568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29" name="标题 1">
            <a:extLst>
              <a:ext uri="{FF2B5EF4-FFF2-40B4-BE49-F238E27FC236}">
                <a16:creationId xmlns:a16="http://schemas.microsoft.com/office/drawing/2014/main" id="{57C74B95-99E6-7873-C520-1B51D9BFC1DB}"/>
              </a:ext>
            </a:extLst>
          </p:cNvPr>
          <p:cNvSpPr>
            <a:spLocks noGrp="1" noChangeArrowheads="1"/>
          </p:cNvSpPr>
          <p:nvPr>
            <p:ph type="title"/>
          </p:nvPr>
        </p:nvSpPr>
        <p:spPr/>
        <p:txBody>
          <a:bodyPr/>
          <a:lstStyle/>
          <a:p>
            <a:r>
              <a:rPr lang="en-US" altLang="zh-CN">
                <a:ea typeface="宋体" panose="02010600030101010101" pitchFamily="2" charset="-122"/>
              </a:rPr>
              <a:t>factorial(4) Stack Trace</a:t>
            </a:r>
            <a:endParaRPr kumimoji="1" lang="zh-CN" altLang="en-US"/>
          </a:p>
        </p:txBody>
      </p:sp>
      <p:sp>
        <p:nvSpPr>
          <p:cNvPr id="52230" name="灯片编号占位符 4">
            <a:extLst>
              <a:ext uri="{FF2B5EF4-FFF2-40B4-BE49-F238E27FC236}">
                <a16:creationId xmlns:a16="http://schemas.microsoft.com/office/drawing/2014/main" id="{BE59CE2E-9538-E8E1-C3E4-3F3259D8442A}"/>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3A35F615-34F9-5746-BC58-63E9EBE504DB}"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16</a:t>
            </a:fld>
            <a:endParaRPr lang="en-US" altLang="zh-CN" sz="1600" b="0">
              <a:solidFill>
                <a:schemeClr val="tx1"/>
              </a:solidFill>
              <a:latin typeface="Lucida Sans Unicode" panose="020B0602030504020204" pitchFamily="34" charset="0"/>
              <a:ea typeface="宋体" panose="02010600030101010101" pitchFamily="2" charset="-122"/>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a:extLst>
              <a:ext uri="{FF2B5EF4-FFF2-40B4-BE49-F238E27FC236}">
                <a16:creationId xmlns:a16="http://schemas.microsoft.com/office/drawing/2014/main" id="{198122F5-8DD5-3B5B-0A42-1DCD7448A91E}"/>
              </a:ext>
            </a:extLst>
          </p:cNvPr>
          <p:cNvSpPr>
            <a:spLocks noGrp="1" noChangeArrowheads="1"/>
          </p:cNvSpPr>
          <p:nvPr>
            <p:ph idx="1"/>
          </p:nvPr>
        </p:nvSpPr>
        <p:spPr>
          <a:xfrm>
            <a:off x="304800" y="1397000"/>
            <a:ext cx="8534400" cy="2438400"/>
          </a:xfrm>
        </p:spPr>
        <p:txBody>
          <a:bodyPr/>
          <a:lstStyle/>
          <a:p>
            <a:pPr eaLnBrk="1" hangingPunct="1">
              <a:lnSpc>
                <a:spcPct val="90000"/>
              </a:lnSpc>
              <a:buFont typeface="Monotype Sorts" pitchFamily="2" charset="2"/>
              <a:buNone/>
              <a:defRPr/>
            </a:pPr>
            <a:r>
              <a:rPr lang="en-US" altLang="zh-CN" sz="2000" dirty="0" err="1">
                <a:solidFill>
                  <a:schemeClr val="tx1"/>
                </a:solidFill>
                <a:latin typeface="+mj-lt"/>
                <a:ea typeface="宋体" charset="-122"/>
                <a:cs typeface="+mn-cs"/>
              </a:rPr>
              <a:t>Finonacci</a:t>
            </a:r>
            <a:r>
              <a:rPr lang="en-US" altLang="zh-CN" sz="2000" dirty="0">
                <a:solidFill>
                  <a:schemeClr val="tx1"/>
                </a:solidFill>
                <a:latin typeface="+mj-lt"/>
                <a:ea typeface="宋体" charset="-122"/>
                <a:cs typeface="+mn-cs"/>
              </a:rPr>
              <a:t> </a:t>
            </a:r>
            <a:r>
              <a:rPr lang="zh-CN" altLang="en-US" sz="2000" dirty="0">
                <a:solidFill>
                  <a:schemeClr val="tx1"/>
                </a:solidFill>
                <a:latin typeface="+mj-lt"/>
                <a:ea typeface="宋体" charset="-122"/>
                <a:cs typeface="+mn-cs"/>
              </a:rPr>
              <a:t> </a:t>
            </a:r>
            <a:r>
              <a:rPr lang="en-US" altLang="zh-CN" sz="2000" dirty="0">
                <a:solidFill>
                  <a:schemeClr val="tx1"/>
                </a:solidFill>
                <a:latin typeface="+mj-lt"/>
                <a:ea typeface="宋体" charset="-122"/>
                <a:cs typeface="+mn-cs"/>
              </a:rPr>
              <a:t>series: </a:t>
            </a:r>
            <a:r>
              <a:rPr lang="zh-CN" altLang="en-US" sz="2000" dirty="0">
                <a:solidFill>
                  <a:schemeClr val="tx1"/>
                </a:solidFill>
                <a:latin typeface="+mj-lt"/>
                <a:ea typeface="宋体" charset="-122"/>
                <a:cs typeface="+mn-cs"/>
              </a:rPr>
              <a:t> </a:t>
            </a:r>
            <a:r>
              <a:rPr lang="en-US" altLang="zh-CN" sz="2000" dirty="0">
                <a:solidFill>
                  <a:schemeClr val="tx1"/>
                </a:solidFill>
                <a:latin typeface="+mj-lt"/>
                <a:ea typeface="宋体" charset="-122"/>
                <a:cs typeface="+mn-cs"/>
              </a:rPr>
              <a:t>0 1 1 2 3 5 8 13 21 34 55 89…</a:t>
            </a:r>
          </a:p>
          <a:p>
            <a:pPr eaLnBrk="1" hangingPunct="1">
              <a:lnSpc>
                <a:spcPct val="90000"/>
              </a:lnSpc>
              <a:spcBef>
                <a:spcPct val="50000"/>
              </a:spcBef>
              <a:buFont typeface="Monotype Sorts" pitchFamily="2" charset="2"/>
              <a:buNone/>
              <a:defRPr/>
            </a:pPr>
            <a:r>
              <a:rPr lang="en-US" altLang="zh-CN" sz="2000" dirty="0">
                <a:solidFill>
                  <a:schemeClr val="tx1"/>
                </a:solidFill>
                <a:latin typeface="+mj-lt"/>
                <a:ea typeface="宋体" charset="-122"/>
                <a:cs typeface="+mn-cs"/>
              </a:rPr>
              <a:t>         </a:t>
            </a:r>
            <a:r>
              <a:rPr lang="zh-CN" altLang="en-US" sz="2000" dirty="0">
                <a:solidFill>
                  <a:schemeClr val="tx1"/>
                </a:solidFill>
                <a:latin typeface="+mj-lt"/>
                <a:ea typeface="宋体" charset="-122"/>
                <a:cs typeface="+mn-cs"/>
              </a:rPr>
              <a:t>        </a:t>
            </a:r>
            <a:r>
              <a:rPr lang="en-US" altLang="zh-CN" sz="2000" dirty="0">
                <a:solidFill>
                  <a:schemeClr val="tx1"/>
                </a:solidFill>
                <a:latin typeface="+mj-lt"/>
                <a:ea typeface="宋体" charset="-122"/>
                <a:cs typeface="+mn-cs"/>
              </a:rPr>
              <a:t>indices: 0 1 2 3 4 5 6 </a:t>
            </a:r>
            <a:r>
              <a:rPr lang="zh-CN" altLang="en-US" sz="2000" dirty="0">
                <a:solidFill>
                  <a:schemeClr val="tx1"/>
                </a:solidFill>
                <a:latin typeface="+mj-lt"/>
                <a:ea typeface="宋体" charset="-122"/>
                <a:cs typeface="+mn-cs"/>
              </a:rPr>
              <a:t>  </a:t>
            </a:r>
            <a:r>
              <a:rPr lang="en-US" altLang="zh-CN" sz="2000" dirty="0">
                <a:solidFill>
                  <a:schemeClr val="tx1"/>
                </a:solidFill>
                <a:latin typeface="+mj-lt"/>
                <a:ea typeface="宋体" charset="-122"/>
                <a:cs typeface="+mn-cs"/>
              </a:rPr>
              <a:t>7  </a:t>
            </a:r>
            <a:r>
              <a:rPr lang="zh-CN" altLang="en-US" sz="2000" dirty="0">
                <a:solidFill>
                  <a:schemeClr val="tx1"/>
                </a:solidFill>
                <a:latin typeface="+mj-lt"/>
                <a:ea typeface="宋体" charset="-122"/>
                <a:cs typeface="+mn-cs"/>
              </a:rPr>
              <a:t> </a:t>
            </a:r>
            <a:r>
              <a:rPr lang="en-US" altLang="zh-CN" sz="2000" dirty="0">
                <a:solidFill>
                  <a:schemeClr val="tx1"/>
                </a:solidFill>
                <a:latin typeface="+mj-lt"/>
                <a:ea typeface="宋体" charset="-122"/>
                <a:cs typeface="+mn-cs"/>
              </a:rPr>
              <a:t>8  </a:t>
            </a:r>
            <a:r>
              <a:rPr lang="zh-CN" altLang="en-US" sz="2000" dirty="0">
                <a:solidFill>
                  <a:schemeClr val="tx1"/>
                </a:solidFill>
                <a:latin typeface="+mj-lt"/>
                <a:ea typeface="宋体" charset="-122"/>
                <a:cs typeface="+mn-cs"/>
              </a:rPr>
              <a:t> </a:t>
            </a:r>
            <a:r>
              <a:rPr lang="en-US" altLang="zh-CN" sz="2000" dirty="0">
                <a:solidFill>
                  <a:schemeClr val="tx1"/>
                </a:solidFill>
                <a:latin typeface="+mj-lt"/>
                <a:ea typeface="宋体" charset="-122"/>
                <a:cs typeface="+mn-cs"/>
              </a:rPr>
              <a:t>9 10 11</a:t>
            </a:r>
            <a:r>
              <a:rPr lang="en-US" altLang="zh-CN" sz="2400" dirty="0">
                <a:solidFill>
                  <a:schemeClr val="tx1"/>
                </a:solidFill>
                <a:latin typeface="+mj-lt"/>
                <a:ea typeface="宋体" charset="-122"/>
                <a:cs typeface="+mn-cs"/>
              </a:rPr>
              <a:t>             </a:t>
            </a:r>
          </a:p>
          <a:p>
            <a:pPr eaLnBrk="1" hangingPunct="1">
              <a:lnSpc>
                <a:spcPct val="90000"/>
              </a:lnSpc>
              <a:spcBef>
                <a:spcPct val="50000"/>
              </a:spcBef>
              <a:buFont typeface="Monotype Sorts" pitchFamily="2" charset="2"/>
              <a:buNone/>
              <a:defRPr/>
            </a:pPr>
            <a:r>
              <a:rPr lang="en-US" altLang="zh-CN" sz="2400" dirty="0">
                <a:solidFill>
                  <a:schemeClr val="tx1"/>
                </a:solidFill>
                <a:latin typeface="+mj-lt"/>
                <a:ea typeface="宋体" charset="-122"/>
                <a:cs typeface="+mn-cs"/>
              </a:rPr>
              <a:t>fib(0) = 0;</a:t>
            </a:r>
          </a:p>
          <a:p>
            <a:pPr eaLnBrk="1" hangingPunct="1">
              <a:lnSpc>
                <a:spcPct val="90000"/>
              </a:lnSpc>
              <a:spcBef>
                <a:spcPct val="50000"/>
              </a:spcBef>
              <a:buFont typeface="Monotype Sorts" pitchFamily="2" charset="2"/>
              <a:buNone/>
              <a:defRPr/>
            </a:pPr>
            <a:r>
              <a:rPr lang="en-US" altLang="zh-CN" sz="2400" dirty="0">
                <a:solidFill>
                  <a:schemeClr val="tx1"/>
                </a:solidFill>
                <a:latin typeface="+mj-lt"/>
                <a:ea typeface="宋体" charset="-122"/>
                <a:cs typeface="+mn-cs"/>
              </a:rPr>
              <a:t>fib(1) = 1;</a:t>
            </a:r>
          </a:p>
          <a:p>
            <a:pPr eaLnBrk="1" hangingPunct="1">
              <a:lnSpc>
                <a:spcPct val="90000"/>
              </a:lnSpc>
              <a:spcBef>
                <a:spcPct val="50000"/>
              </a:spcBef>
              <a:buFont typeface="Monotype Sorts" pitchFamily="2" charset="2"/>
              <a:buNone/>
              <a:defRPr/>
            </a:pPr>
            <a:r>
              <a:rPr lang="en-US" altLang="zh-CN" sz="2400" dirty="0">
                <a:solidFill>
                  <a:schemeClr val="tx1"/>
                </a:solidFill>
                <a:latin typeface="+mj-lt"/>
                <a:ea typeface="宋体" charset="-122"/>
                <a:cs typeface="+mn-cs"/>
              </a:rPr>
              <a:t>fib(index) = fib(index -1) + fib(index -2); index &gt;=2</a:t>
            </a:r>
          </a:p>
        </p:txBody>
      </p:sp>
      <p:sp>
        <p:nvSpPr>
          <p:cNvPr id="54275" name="Rectangle 4">
            <a:extLst>
              <a:ext uri="{FF2B5EF4-FFF2-40B4-BE49-F238E27FC236}">
                <a16:creationId xmlns:a16="http://schemas.microsoft.com/office/drawing/2014/main" id="{91AD0626-B910-98CB-4523-2111DFAB9D7D}"/>
              </a:ext>
            </a:extLst>
          </p:cNvPr>
          <p:cNvSpPr>
            <a:spLocks noChangeArrowheads="1"/>
          </p:cNvSpPr>
          <p:nvPr/>
        </p:nvSpPr>
        <p:spPr bwMode="auto">
          <a:xfrm>
            <a:off x="304800" y="4114800"/>
            <a:ext cx="8610600" cy="958850"/>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50000"/>
              </a:spcBef>
              <a:buClr>
                <a:schemeClr val="tx2"/>
              </a:buClr>
              <a:buSzPct val="75000"/>
              <a:buFont typeface="Monotype Sorts" pitchFamily="2" charset="2"/>
              <a:buNone/>
            </a:pPr>
            <a:r>
              <a:rPr lang="en-US" altLang="zh-CN" b="0">
                <a:solidFill>
                  <a:schemeClr val="tx1"/>
                </a:solidFill>
                <a:latin typeface="Times New Roman" panose="02020603050405020304" pitchFamily="18" charset="0"/>
                <a:ea typeface="宋体" panose="02010600030101010101" pitchFamily="2" charset="-122"/>
              </a:rPr>
              <a:t>fib(3) = fib(2) + fib(1) = (fib(1) + fib(0)) + fib(1) = (1 + 0) +fib(1) = 1 + fib(1) = 1 + 1 = 2</a:t>
            </a:r>
          </a:p>
        </p:txBody>
      </p:sp>
      <p:sp>
        <p:nvSpPr>
          <p:cNvPr id="54276" name="标题 1">
            <a:extLst>
              <a:ext uri="{FF2B5EF4-FFF2-40B4-BE49-F238E27FC236}">
                <a16:creationId xmlns:a16="http://schemas.microsoft.com/office/drawing/2014/main" id="{7B6682FB-2ABC-E6C6-2648-905103CDAD66}"/>
              </a:ext>
            </a:extLst>
          </p:cNvPr>
          <p:cNvSpPr>
            <a:spLocks noGrp="1" noChangeArrowheads="1"/>
          </p:cNvSpPr>
          <p:nvPr>
            <p:ph type="title"/>
          </p:nvPr>
        </p:nvSpPr>
        <p:spPr/>
        <p:txBody>
          <a:bodyPr/>
          <a:lstStyle/>
          <a:p>
            <a:r>
              <a:rPr lang="en-US" altLang="zh-CN">
                <a:ea typeface="宋体" panose="02010600030101010101" pitchFamily="2" charset="-122"/>
              </a:rPr>
              <a:t>Fibonacci Numbers</a:t>
            </a:r>
            <a:endParaRPr kumimoji="1" lang="zh-CN" altLang="en-US"/>
          </a:p>
        </p:txBody>
      </p:sp>
      <p:sp>
        <p:nvSpPr>
          <p:cNvPr id="54277" name="灯片编号占位符 4">
            <a:extLst>
              <a:ext uri="{FF2B5EF4-FFF2-40B4-BE49-F238E27FC236}">
                <a16:creationId xmlns:a16="http://schemas.microsoft.com/office/drawing/2014/main" id="{A356BAC5-49E3-F1F4-64E2-592423F6E1D6}"/>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592B91C6-C20B-764B-8B52-FC7C8FA554D4}"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17</a:t>
            </a:fld>
            <a:endParaRPr lang="en-US" altLang="zh-CN" sz="1600" b="0">
              <a:solidFill>
                <a:schemeClr val="tx1"/>
              </a:solidFill>
              <a:latin typeface="Lucida Sans Unicode" panose="020B0602030504020204" pitchFamily="34" charset="0"/>
              <a:ea typeface="宋体" panose="02010600030101010101" pitchFamily="2" charset="-122"/>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3FF1B1ED-E564-9A31-CF53-8AD46DADC7D9}"/>
              </a:ext>
            </a:extLst>
          </p:cNvPr>
          <p:cNvSpPr>
            <a:spLocks noGrp="1" noChangeArrowheads="1"/>
          </p:cNvSpPr>
          <p:nvPr>
            <p:ph type="title"/>
          </p:nvPr>
        </p:nvSpPr>
        <p:spPr/>
        <p:txBody>
          <a:bodyPr/>
          <a:lstStyle/>
          <a:p>
            <a:r>
              <a:rPr lang="en-US" altLang="zh-CN">
                <a:ea typeface="宋体" panose="02010600030101010101" pitchFamily="2" charset="-122"/>
              </a:rPr>
              <a:t>Fibonacci Numbers</a:t>
            </a:r>
            <a:r>
              <a:rPr lang="zh-CN" altLang="en-US">
                <a:ea typeface="宋体" panose="02010600030101010101" pitchFamily="2" charset="-122"/>
              </a:rPr>
              <a:t> </a:t>
            </a:r>
            <a:r>
              <a:rPr lang="en-US" altLang="zh-CN">
                <a:ea typeface="宋体" panose="02010600030101010101" pitchFamily="2" charset="-122"/>
              </a:rPr>
              <a:t>Function</a:t>
            </a:r>
            <a:endParaRPr kumimoji="1" lang="zh-CN" altLang="en-US"/>
          </a:p>
        </p:txBody>
      </p:sp>
      <p:sp>
        <p:nvSpPr>
          <p:cNvPr id="56323" name="灯片编号占位符 3">
            <a:extLst>
              <a:ext uri="{FF2B5EF4-FFF2-40B4-BE49-F238E27FC236}">
                <a16:creationId xmlns:a16="http://schemas.microsoft.com/office/drawing/2014/main" id="{1D4D77EE-DA50-7576-E9FC-EB0BA20F2BB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0939CBBF-7F37-DF49-A006-DAF20C5AA604}"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18</a:t>
            </a:fld>
            <a:endParaRPr lang="en-US" altLang="zh-CN" sz="1600" b="0">
              <a:solidFill>
                <a:schemeClr val="tx1"/>
              </a:solidFill>
              <a:latin typeface="Lucida Sans Unicode" panose="020B0602030504020204" pitchFamily="34" charset="0"/>
              <a:ea typeface="宋体" panose="02010600030101010101" pitchFamily="2" charset="-122"/>
            </a:endParaRPr>
          </a:p>
        </p:txBody>
      </p:sp>
      <p:pic>
        <p:nvPicPr>
          <p:cNvPr id="56324" name="图片 5">
            <a:extLst>
              <a:ext uri="{FF2B5EF4-FFF2-40B4-BE49-F238E27FC236}">
                <a16:creationId xmlns:a16="http://schemas.microsoft.com/office/drawing/2014/main" id="{4F69B5A5-A49E-1FE8-7D0B-7441A40378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181100"/>
            <a:ext cx="7772400" cy="534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8">
            <a:extLst>
              <a:ext uri="{FF2B5EF4-FFF2-40B4-BE49-F238E27FC236}">
                <a16:creationId xmlns:a16="http://schemas.microsoft.com/office/drawing/2014/main" id="{333F0989-D62C-0BA6-EBA9-C68C29CE3716}"/>
              </a:ext>
            </a:extLst>
          </p:cNvPr>
          <p:cNvSpPr>
            <a:spLocks noChangeArrowheads="1"/>
          </p:cNvSpPr>
          <p:nvPr/>
        </p:nvSpPr>
        <p:spPr bwMode="auto">
          <a:xfrm>
            <a:off x="1143000"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57347" name="Rectangle 10">
            <a:extLst>
              <a:ext uri="{FF2B5EF4-FFF2-40B4-BE49-F238E27FC236}">
                <a16:creationId xmlns:a16="http://schemas.microsoft.com/office/drawing/2014/main" id="{BCF1B3C5-A462-78FB-33F2-0B2D98F57E42}"/>
              </a:ext>
            </a:extLst>
          </p:cNvPr>
          <p:cNvSpPr>
            <a:spLocks noChangeArrowheads="1"/>
          </p:cNvSpPr>
          <p:nvPr/>
        </p:nvSpPr>
        <p:spPr bwMode="auto">
          <a:xfrm>
            <a:off x="1828800" y="2424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57348" name="Rectangle 12">
            <a:extLst>
              <a:ext uri="{FF2B5EF4-FFF2-40B4-BE49-F238E27FC236}">
                <a16:creationId xmlns:a16="http://schemas.microsoft.com/office/drawing/2014/main" id="{3A745B84-23EE-FE97-64A2-216C8621C292}"/>
              </a:ext>
            </a:extLst>
          </p:cNvPr>
          <p:cNvSpPr>
            <a:spLocks noChangeArrowheads="1"/>
          </p:cNvSpPr>
          <p:nvPr/>
        </p:nvSpPr>
        <p:spPr bwMode="auto">
          <a:xfrm>
            <a:off x="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57349" name="Rectangle 14">
            <a:extLst>
              <a:ext uri="{FF2B5EF4-FFF2-40B4-BE49-F238E27FC236}">
                <a16:creationId xmlns:a16="http://schemas.microsoft.com/office/drawing/2014/main" id="{A69AC24C-1EEC-06D1-DB51-128F9CB37B6C}"/>
              </a:ext>
            </a:extLst>
          </p:cNvPr>
          <p:cNvSpPr>
            <a:spLocks noChangeArrowheads="1"/>
          </p:cNvSpPr>
          <p:nvPr/>
        </p:nvSpPr>
        <p:spPr bwMode="auto">
          <a:xfrm>
            <a:off x="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aphicFrame>
        <p:nvGraphicFramePr>
          <p:cNvPr id="57350" name="Object 13">
            <a:extLst>
              <a:ext uri="{FF2B5EF4-FFF2-40B4-BE49-F238E27FC236}">
                <a16:creationId xmlns:a16="http://schemas.microsoft.com/office/drawing/2014/main" id="{759F30B1-D2AC-7E92-96CE-FC1497D94277}"/>
              </a:ext>
            </a:extLst>
          </p:cNvPr>
          <p:cNvGraphicFramePr>
            <a:graphicFrameLocks noChangeAspect="1"/>
          </p:cNvGraphicFramePr>
          <p:nvPr/>
        </p:nvGraphicFramePr>
        <p:xfrm>
          <a:off x="0" y="1808163"/>
          <a:ext cx="9144000" cy="3048000"/>
        </p:xfrm>
        <a:graphic>
          <a:graphicData uri="http://schemas.openxmlformats.org/presentationml/2006/ole">
            <mc:AlternateContent xmlns:mc="http://schemas.openxmlformats.org/markup-compatibility/2006">
              <mc:Choice xmlns:v="urn:schemas-microsoft-com:vml" Requires="v">
                <p:oleObj spid="_x0000_s13317" name="Picture" r:id="rId4" imgW="41173400" imgH="13703300" progId="Word.Picture.8">
                  <p:embed/>
                </p:oleObj>
              </mc:Choice>
              <mc:Fallback>
                <p:oleObj name="Picture" r:id="rId4" imgW="41173400" imgH="13703300" progId="Word.Picture.8">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808163"/>
                        <a:ext cx="9144000" cy="304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51" name="标题 1">
            <a:extLst>
              <a:ext uri="{FF2B5EF4-FFF2-40B4-BE49-F238E27FC236}">
                <a16:creationId xmlns:a16="http://schemas.microsoft.com/office/drawing/2014/main" id="{79D9F387-3D1E-5539-F6D2-CC6A31003762}"/>
              </a:ext>
            </a:extLst>
          </p:cNvPr>
          <p:cNvSpPr>
            <a:spLocks noGrp="1" noChangeArrowheads="1"/>
          </p:cNvSpPr>
          <p:nvPr>
            <p:ph type="title"/>
          </p:nvPr>
        </p:nvSpPr>
        <p:spPr/>
        <p:txBody>
          <a:bodyPr/>
          <a:lstStyle/>
          <a:p>
            <a:r>
              <a:rPr lang="en-US" altLang="zh-CN">
                <a:ea typeface="宋体" panose="02010600030101010101" pitchFamily="2" charset="-122"/>
              </a:rPr>
              <a:t>Fibonnaci Numbers, cont.</a:t>
            </a:r>
            <a:endParaRPr kumimoji="1" lang="zh-CN" altLang="en-US"/>
          </a:p>
        </p:txBody>
      </p:sp>
      <p:sp>
        <p:nvSpPr>
          <p:cNvPr id="57352" name="灯片编号占位符 4">
            <a:extLst>
              <a:ext uri="{FF2B5EF4-FFF2-40B4-BE49-F238E27FC236}">
                <a16:creationId xmlns:a16="http://schemas.microsoft.com/office/drawing/2014/main" id="{FCF0E09E-2C67-C245-D9BB-21AC0FB77F01}"/>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B80EBA4C-7FD1-D345-AD3F-B1034876408B}"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19</a:t>
            </a:fld>
            <a:endParaRPr lang="en-US" altLang="zh-CN" sz="1600" b="0">
              <a:solidFill>
                <a:schemeClr val="tx1"/>
              </a:solidFill>
              <a:latin typeface="Lucida Sans Unicode" panose="020B0602030504020204" pitchFamily="34" charset="0"/>
              <a:ea typeface="宋体" panose="02010600030101010101" pitchFamily="2" charset="-122"/>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3">
            <a:extLst>
              <a:ext uri="{FF2B5EF4-FFF2-40B4-BE49-F238E27FC236}">
                <a16:creationId xmlns:a16="http://schemas.microsoft.com/office/drawing/2014/main" id="{FF3BE413-394C-75BA-70F8-A3773CE1FF6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2CED4DC4-9A22-7044-9618-D19EB36792A2}" type="slidenum">
              <a:rPr lang="en-US" altLang="zh-CN" sz="1600" b="0" smtClean="0">
                <a:solidFill>
                  <a:schemeClr val="tx1"/>
                </a:solidFill>
                <a:latin typeface="Lucida Sans Unicode" panose="020B0602030504020204" pitchFamily="34" charset="0"/>
                <a:ea typeface="宋体" panose="02010600030101010101" pitchFamily="2" charset="-122"/>
              </a:rPr>
              <a:pPr>
                <a:spcBef>
                  <a:spcPct val="0"/>
                </a:spcBef>
                <a:buClrTx/>
                <a:buFontTx/>
                <a:buNone/>
              </a:pPr>
              <a:t>20</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122883" name="矩形 2">
            <a:extLst>
              <a:ext uri="{FF2B5EF4-FFF2-40B4-BE49-F238E27FC236}">
                <a16:creationId xmlns:a16="http://schemas.microsoft.com/office/drawing/2014/main" id="{DDA31035-0D96-4ADF-8315-978FA39CD55A}"/>
              </a:ext>
            </a:extLst>
          </p:cNvPr>
          <p:cNvSpPr>
            <a:spLocks noChangeArrowheads="1"/>
          </p:cNvSpPr>
          <p:nvPr/>
        </p:nvSpPr>
        <p:spPr bwMode="auto">
          <a:xfrm>
            <a:off x="228600" y="1466880"/>
            <a:ext cx="8686800" cy="4524315"/>
          </a:xfrm>
          <a:prstGeom prst="rect">
            <a:avLst/>
          </a:prstGeom>
          <a:noFill/>
          <a:ln>
            <a:noFill/>
          </a:ln>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defRPr/>
            </a:pPr>
            <a:r>
              <a:rPr lang="en-US" altLang="zh-CN" sz="2400" dirty="0">
                <a:solidFill>
                  <a:schemeClr val="tx1"/>
                </a:solidFill>
                <a:latin typeface="Times New Roman" panose="02020603050405020304" pitchFamily="18" charset="0"/>
              </a:rPr>
              <a:t>When invoke f(10), how many times will function f()</a:t>
            </a:r>
            <a:r>
              <a:rPr lang="zh-CN" altLang="en-US" sz="2400" dirty="0">
                <a:solidFill>
                  <a:schemeClr val="tx1"/>
                </a:solidFill>
                <a:latin typeface="Times New Roman" panose="02020603050405020304" pitchFamily="18" charset="0"/>
              </a:rPr>
              <a:t> </a:t>
            </a:r>
            <a:r>
              <a:rPr lang="en-US" altLang="zh-CN" sz="2400" dirty="0">
                <a:solidFill>
                  <a:schemeClr val="tx1"/>
                </a:solidFill>
                <a:latin typeface="Times New Roman" panose="02020603050405020304" pitchFamily="18" charset="0"/>
              </a:rPr>
              <a:t>be</a:t>
            </a:r>
            <a:r>
              <a:rPr lang="zh-CN" altLang="en-US" sz="2400" dirty="0">
                <a:solidFill>
                  <a:schemeClr val="tx1"/>
                </a:solidFill>
                <a:latin typeface="Times New Roman" panose="02020603050405020304" pitchFamily="18" charset="0"/>
              </a:rPr>
              <a:t> </a:t>
            </a:r>
            <a:r>
              <a:rPr lang="en-US" altLang="zh-CN" sz="2400" dirty="0">
                <a:solidFill>
                  <a:schemeClr val="tx1"/>
                </a:solidFill>
                <a:latin typeface="Times New Roman" panose="02020603050405020304" pitchFamily="18" charset="0"/>
              </a:rPr>
              <a:t>called?</a:t>
            </a:r>
          </a:p>
          <a:p>
            <a:pPr lvl="1">
              <a:spcBef>
                <a:spcPct val="0"/>
              </a:spcBef>
              <a:buClrTx/>
              <a:buNone/>
              <a:defRPr/>
            </a:pPr>
            <a:r>
              <a:rPr lang="en-US" altLang="zh-CN" sz="2400" b="0" dirty="0">
                <a:solidFill>
                  <a:schemeClr val="tx1"/>
                </a:solidFill>
                <a:latin typeface="Times New Roman" panose="02020603050405020304" pitchFamily="18" charset="0"/>
              </a:rPr>
              <a:t>int f(int x){</a:t>
            </a:r>
          </a:p>
          <a:p>
            <a:pPr lvl="1">
              <a:spcBef>
                <a:spcPct val="0"/>
              </a:spcBef>
              <a:buClrTx/>
              <a:buNone/>
              <a:defRPr/>
            </a:pPr>
            <a:r>
              <a:rPr lang="zh-CN" altLang="en-US" sz="2400" b="0" dirty="0">
                <a:solidFill>
                  <a:schemeClr val="tx1"/>
                </a:solidFill>
                <a:latin typeface="Times New Roman" panose="02020603050405020304" pitchFamily="18" charset="0"/>
              </a:rPr>
              <a:t>       </a:t>
            </a:r>
            <a:r>
              <a:rPr lang="en-US" altLang="zh-CN" sz="2400" b="0" dirty="0">
                <a:solidFill>
                  <a:schemeClr val="tx1"/>
                </a:solidFill>
                <a:latin typeface="Times New Roman" panose="02020603050405020304" pitchFamily="18" charset="0"/>
              </a:rPr>
              <a:t>if (x &lt;= 2) //Base case</a:t>
            </a:r>
          </a:p>
          <a:p>
            <a:pPr lvl="1">
              <a:spcBef>
                <a:spcPct val="0"/>
              </a:spcBef>
              <a:buClrTx/>
              <a:buNone/>
              <a:defRPr/>
            </a:pPr>
            <a:r>
              <a:rPr lang="zh-CN" altLang="en-US" sz="2400" b="0" dirty="0">
                <a:solidFill>
                  <a:schemeClr val="tx1"/>
                </a:solidFill>
                <a:latin typeface="Times New Roman" panose="02020603050405020304" pitchFamily="18" charset="0"/>
              </a:rPr>
              <a:t>               </a:t>
            </a:r>
            <a:r>
              <a:rPr lang="en-US" altLang="zh-CN" sz="2400" b="0" dirty="0">
                <a:solidFill>
                  <a:schemeClr val="tx1"/>
                </a:solidFill>
                <a:latin typeface="Times New Roman" panose="02020603050405020304" pitchFamily="18" charset="0"/>
              </a:rPr>
              <a:t>return 1;</a:t>
            </a:r>
          </a:p>
          <a:p>
            <a:pPr lvl="1">
              <a:spcBef>
                <a:spcPct val="0"/>
              </a:spcBef>
              <a:buClrTx/>
              <a:buNone/>
              <a:defRPr/>
            </a:pPr>
            <a:r>
              <a:rPr lang="zh-CN" altLang="en-US" sz="2400" b="0" dirty="0">
                <a:solidFill>
                  <a:schemeClr val="tx1"/>
                </a:solidFill>
                <a:latin typeface="Times New Roman" panose="02020603050405020304" pitchFamily="18" charset="0"/>
              </a:rPr>
              <a:t>       </a:t>
            </a:r>
            <a:r>
              <a:rPr lang="en-US" altLang="zh-CN" sz="2400" b="0" dirty="0">
                <a:solidFill>
                  <a:schemeClr val="tx1"/>
                </a:solidFill>
                <a:latin typeface="Times New Roman" panose="02020603050405020304" pitchFamily="18" charset="0"/>
              </a:rPr>
              <a:t>else</a:t>
            </a:r>
          </a:p>
          <a:p>
            <a:pPr lvl="1">
              <a:spcBef>
                <a:spcPct val="0"/>
              </a:spcBef>
              <a:buClrTx/>
              <a:buNone/>
              <a:defRPr/>
            </a:pPr>
            <a:r>
              <a:rPr lang="en-US" altLang="zh-CN" sz="24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 </a:t>
            </a:r>
            <a:r>
              <a:rPr lang="en-US" altLang="zh-CN" sz="24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        </a:t>
            </a:r>
            <a:r>
              <a:rPr lang="en-US" altLang="zh-CN" sz="2400" b="0" dirty="0">
                <a:solidFill>
                  <a:schemeClr val="tx1"/>
                </a:solidFill>
                <a:latin typeface="Times New Roman" panose="02020603050405020304" pitchFamily="18" charset="0"/>
              </a:rPr>
              <a:t>return f(x-2) + f(x-4) + 1;</a:t>
            </a:r>
          </a:p>
          <a:p>
            <a:pPr lvl="1">
              <a:spcBef>
                <a:spcPct val="0"/>
              </a:spcBef>
              <a:buClrTx/>
              <a:buNone/>
              <a:defRPr/>
            </a:pPr>
            <a:r>
              <a:rPr lang="en-US" altLang="zh-CN" sz="2400" b="0" dirty="0">
                <a:solidFill>
                  <a:schemeClr val="tx1"/>
                </a:solidFill>
                <a:latin typeface="Times New Roman" panose="02020603050405020304" pitchFamily="18" charset="0"/>
              </a:rPr>
              <a:t>}</a:t>
            </a:r>
          </a:p>
          <a:p>
            <a:pPr>
              <a:spcBef>
                <a:spcPct val="0"/>
              </a:spcBef>
              <a:buClrTx/>
              <a:buFontTx/>
              <a:buNone/>
              <a:defRPr/>
            </a:pPr>
            <a:endParaRPr lang="en-US" altLang="zh-CN" sz="2400" dirty="0">
              <a:solidFill>
                <a:schemeClr val="tx1"/>
              </a:solidFill>
              <a:latin typeface="Times New Roman" panose="02020603050405020304" pitchFamily="18" charset="0"/>
            </a:endParaRPr>
          </a:p>
          <a:p>
            <a:pPr marL="457200" indent="-457200">
              <a:spcBef>
                <a:spcPct val="0"/>
              </a:spcBef>
              <a:buClrTx/>
              <a:buFontTx/>
              <a:buAutoNum type="alphaUcPeriod"/>
              <a:defRPr/>
            </a:pPr>
            <a:r>
              <a:rPr lang="en-US" altLang="zh-CN" sz="2400" dirty="0">
                <a:solidFill>
                  <a:schemeClr val="tx1"/>
                </a:solidFill>
                <a:latin typeface="Times New Roman" panose="02020603050405020304" pitchFamily="18" charset="0"/>
              </a:rPr>
              <a:t>10</a:t>
            </a:r>
          </a:p>
          <a:p>
            <a:pPr marL="457200" indent="-457200">
              <a:spcBef>
                <a:spcPct val="0"/>
              </a:spcBef>
              <a:buClrTx/>
              <a:buFontTx/>
              <a:buAutoNum type="alphaUcPeriod"/>
              <a:defRPr/>
            </a:pPr>
            <a:r>
              <a:rPr lang="en-US" altLang="zh-CN" sz="2400" dirty="0">
                <a:solidFill>
                  <a:schemeClr val="tx1"/>
                </a:solidFill>
                <a:latin typeface="Times New Roman" panose="02020603050405020304" pitchFamily="18" charset="0"/>
              </a:rPr>
              <a:t>15</a:t>
            </a:r>
          </a:p>
          <a:p>
            <a:pPr marL="457200" indent="-457200">
              <a:spcBef>
                <a:spcPct val="0"/>
              </a:spcBef>
              <a:buClrTx/>
              <a:buFontTx/>
              <a:buAutoNum type="alphaUcPeriod"/>
              <a:defRPr/>
            </a:pPr>
            <a:r>
              <a:rPr lang="en-US" altLang="zh-CN" sz="2400" dirty="0">
                <a:solidFill>
                  <a:schemeClr val="tx1"/>
                </a:solidFill>
                <a:latin typeface="Times New Roman" panose="02020603050405020304" pitchFamily="18" charset="0"/>
              </a:rPr>
              <a:t>16</a:t>
            </a:r>
          </a:p>
          <a:p>
            <a:pPr marL="457200" indent="-457200">
              <a:spcBef>
                <a:spcPct val="0"/>
              </a:spcBef>
              <a:buClrTx/>
              <a:buFontTx/>
              <a:buAutoNum type="alphaUcPeriod"/>
              <a:defRPr/>
            </a:pPr>
            <a:r>
              <a:rPr lang="en-US" altLang="zh-CN" sz="2400" dirty="0">
                <a:solidFill>
                  <a:schemeClr val="tx1"/>
                </a:solidFill>
                <a:latin typeface="Times New Roman" panose="02020603050405020304" pitchFamily="18" charset="0"/>
              </a:rPr>
              <a:t>20</a:t>
            </a:r>
          </a:p>
        </p:txBody>
      </p:sp>
      <p:sp>
        <p:nvSpPr>
          <p:cNvPr id="2" name="标题 1">
            <a:extLst>
              <a:ext uri="{FF2B5EF4-FFF2-40B4-BE49-F238E27FC236}">
                <a16:creationId xmlns:a16="http://schemas.microsoft.com/office/drawing/2014/main" id="{78C8CE29-0E79-8DD4-B6E8-7EDF31231420}"/>
              </a:ext>
            </a:extLst>
          </p:cNvPr>
          <p:cNvSpPr>
            <a:spLocks noGrp="1"/>
          </p:cNvSpPr>
          <p:nvPr>
            <p:ph type="title"/>
          </p:nvPr>
        </p:nvSpPr>
        <p:spPr/>
        <p:txBody>
          <a:bodyPr/>
          <a:lstStyle/>
          <a:p>
            <a:r>
              <a:rPr lang="en-US" altLang="zh-CN" dirty="0"/>
              <a:t>Exercise</a:t>
            </a:r>
            <a:endParaRPr kumimoji="1" lang="zh-CN" altLang="en-US"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a:extLst>
              <a:ext uri="{FF2B5EF4-FFF2-40B4-BE49-F238E27FC236}">
                <a16:creationId xmlns:a16="http://schemas.microsoft.com/office/drawing/2014/main" id="{FBAE50B5-7E09-51EC-235C-EA6EB1776B6D}"/>
              </a:ext>
            </a:extLst>
          </p:cNvPr>
          <p:cNvSpPr>
            <a:spLocks noGrp="1" noChangeArrowheads="1"/>
          </p:cNvSpPr>
          <p:nvPr>
            <p:ph idx="1"/>
          </p:nvPr>
        </p:nvSpPr>
        <p:spPr>
          <a:xfrm>
            <a:off x="228600" y="1219200"/>
            <a:ext cx="8686800" cy="4953000"/>
          </a:xfrm>
        </p:spPr>
        <p:txBody>
          <a:bodyPr/>
          <a:lstStyle/>
          <a:p>
            <a:pPr marL="0" indent="0" eaLnBrk="1" hangingPunct="1">
              <a:lnSpc>
                <a:spcPct val="90000"/>
              </a:lnSpc>
              <a:buFont typeface="Monotype Sorts" pitchFamily="2" charset="2"/>
              <a:buNone/>
              <a:defRPr/>
            </a:pPr>
            <a:r>
              <a:rPr lang="en-US" altLang="zh-CN" b="0" dirty="0">
                <a:solidFill>
                  <a:schemeClr val="tx1"/>
                </a:solidFill>
                <a:latin typeface="+mj-lt"/>
                <a:ea typeface="宋体" charset="-122"/>
                <a:cs typeface="+mn-cs"/>
              </a:rPr>
              <a:t>All recursive methods have the following characteristics:</a:t>
            </a:r>
          </a:p>
          <a:p>
            <a:pPr marL="0" indent="0" eaLnBrk="1" hangingPunct="1">
              <a:lnSpc>
                <a:spcPct val="90000"/>
              </a:lnSpc>
              <a:buFont typeface="Monotype Sorts" pitchFamily="2" charset="2"/>
              <a:buNone/>
              <a:defRPr/>
            </a:pPr>
            <a:endParaRPr lang="en-US" altLang="zh-CN" b="0" dirty="0">
              <a:solidFill>
                <a:schemeClr val="tx1"/>
              </a:solidFill>
              <a:latin typeface="+mj-lt"/>
              <a:ea typeface="宋体" charset="-122"/>
              <a:cs typeface="+mn-cs"/>
            </a:endParaRPr>
          </a:p>
          <a:p>
            <a:pPr lvl="1" eaLnBrk="1" hangingPunct="1">
              <a:lnSpc>
                <a:spcPct val="90000"/>
              </a:lnSpc>
              <a:defRPr/>
            </a:pPr>
            <a:r>
              <a:rPr lang="en-US" altLang="zh-CN" sz="2400" b="0" dirty="0">
                <a:solidFill>
                  <a:schemeClr val="tx1"/>
                </a:solidFill>
                <a:latin typeface="+mj-lt"/>
                <a:ea typeface="宋体" charset="-122"/>
              </a:rPr>
              <a:t>One or more base cases (the simplest case) are used to stop recursion.</a:t>
            </a:r>
          </a:p>
          <a:p>
            <a:pPr lvl="1" eaLnBrk="1" hangingPunct="1">
              <a:lnSpc>
                <a:spcPct val="90000"/>
              </a:lnSpc>
              <a:defRPr/>
            </a:pPr>
            <a:r>
              <a:rPr lang="en-US" altLang="zh-CN" sz="2400" b="0" dirty="0">
                <a:solidFill>
                  <a:schemeClr val="tx1"/>
                </a:solidFill>
                <a:latin typeface="+mj-lt"/>
                <a:ea typeface="宋体" charset="-122"/>
              </a:rPr>
              <a:t>Every recursive call reduces the original problem, bringing it increasingly closer to a base case until it becomes that case.</a:t>
            </a:r>
          </a:p>
          <a:p>
            <a:pPr lvl="1" eaLnBrk="1" hangingPunct="1">
              <a:lnSpc>
                <a:spcPct val="90000"/>
              </a:lnSpc>
              <a:defRPr/>
            </a:pPr>
            <a:endParaRPr lang="en-US" altLang="zh-CN" sz="2400" b="0" dirty="0">
              <a:solidFill>
                <a:schemeClr val="tx1"/>
              </a:solidFill>
              <a:latin typeface="+mj-lt"/>
              <a:ea typeface="宋体" charset="-122"/>
            </a:endParaRPr>
          </a:p>
          <a:p>
            <a:pPr marL="0" indent="0" eaLnBrk="1" hangingPunct="1">
              <a:lnSpc>
                <a:spcPct val="90000"/>
              </a:lnSpc>
              <a:buFont typeface="Monotype Sorts" pitchFamily="2" charset="2"/>
              <a:buNone/>
              <a:defRPr/>
            </a:pPr>
            <a:r>
              <a:rPr lang="en-US" altLang="zh-CN" b="0" dirty="0">
                <a:solidFill>
                  <a:schemeClr val="tx1"/>
                </a:solidFill>
                <a:latin typeface="+mj-lt"/>
                <a:ea typeface="宋体" charset="-122"/>
                <a:cs typeface="+mn-cs"/>
              </a:rPr>
              <a:t>In general, to solve a problem using recursion, you break it into </a:t>
            </a:r>
            <a:r>
              <a:rPr lang="en-US" altLang="zh-CN" b="0" dirty="0" err="1">
                <a:solidFill>
                  <a:schemeClr val="tx1"/>
                </a:solidFill>
                <a:latin typeface="+mj-lt"/>
                <a:ea typeface="宋体" charset="-122"/>
                <a:cs typeface="+mn-cs"/>
              </a:rPr>
              <a:t>subproblems</a:t>
            </a:r>
            <a:r>
              <a:rPr lang="en-US" altLang="zh-CN" b="0" dirty="0">
                <a:solidFill>
                  <a:schemeClr val="tx1"/>
                </a:solidFill>
                <a:latin typeface="+mj-lt"/>
                <a:ea typeface="宋体" charset="-122"/>
                <a:cs typeface="+mn-cs"/>
              </a:rPr>
              <a:t>. If a </a:t>
            </a:r>
            <a:r>
              <a:rPr lang="en-US" altLang="zh-CN" b="0" dirty="0" err="1">
                <a:solidFill>
                  <a:schemeClr val="tx1"/>
                </a:solidFill>
                <a:latin typeface="+mj-lt"/>
                <a:ea typeface="宋体" charset="-122"/>
                <a:cs typeface="+mn-cs"/>
              </a:rPr>
              <a:t>subproblem</a:t>
            </a:r>
            <a:r>
              <a:rPr lang="en-US" altLang="zh-CN" b="0" dirty="0">
                <a:solidFill>
                  <a:schemeClr val="tx1"/>
                </a:solidFill>
                <a:latin typeface="+mj-lt"/>
                <a:ea typeface="宋体" charset="-122"/>
                <a:cs typeface="+mn-cs"/>
              </a:rPr>
              <a:t> resembles the original problem, you can apply the same approach to solve the </a:t>
            </a:r>
            <a:r>
              <a:rPr lang="en-US" altLang="zh-CN" b="0" dirty="0" err="1">
                <a:solidFill>
                  <a:schemeClr val="tx1"/>
                </a:solidFill>
                <a:latin typeface="+mj-lt"/>
                <a:ea typeface="宋体" charset="-122"/>
                <a:cs typeface="+mn-cs"/>
              </a:rPr>
              <a:t>subproblem</a:t>
            </a:r>
            <a:r>
              <a:rPr lang="en-US" altLang="zh-CN" b="0" dirty="0">
                <a:solidFill>
                  <a:schemeClr val="tx1"/>
                </a:solidFill>
                <a:latin typeface="+mj-lt"/>
                <a:ea typeface="宋体" charset="-122"/>
                <a:cs typeface="+mn-cs"/>
              </a:rPr>
              <a:t> recursively. This </a:t>
            </a:r>
            <a:r>
              <a:rPr lang="en-US" altLang="zh-CN" b="0" dirty="0" err="1">
                <a:solidFill>
                  <a:schemeClr val="tx1"/>
                </a:solidFill>
                <a:latin typeface="+mj-lt"/>
                <a:ea typeface="宋体" charset="-122"/>
                <a:cs typeface="+mn-cs"/>
              </a:rPr>
              <a:t>subproblem</a:t>
            </a:r>
            <a:r>
              <a:rPr lang="en-US" altLang="zh-CN" b="0" dirty="0">
                <a:solidFill>
                  <a:schemeClr val="tx1"/>
                </a:solidFill>
                <a:latin typeface="+mj-lt"/>
                <a:ea typeface="宋体" charset="-122"/>
                <a:cs typeface="+mn-cs"/>
              </a:rPr>
              <a:t> is almost the same as the original problem in nature with a smaller size.</a:t>
            </a:r>
          </a:p>
        </p:txBody>
      </p:sp>
      <p:sp>
        <p:nvSpPr>
          <p:cNvPr id="59395" name="标题 1">
            <a:extLst>
              <a:ext uri="{FF2B5EF4-FFF2-40B4-BE49-F238E27FC236}">
                <a16:creationId xmlns:a16="http://schemas.microsoft.com/office/drawing/2014/main" id="{A29E40D0-B98B-D037-A26D-EFBA335D4113}"/>
              </a:ext>
            </a:extLst>
          </p:cNvPr>
          <p:cNvSpPr>
            <a:spLocks noGrp="1" noChangeArrowheads="1"/>
          </p:cNvSpPr>
          <p:nvPr>
            <p:ph type="title"/>
          </p:nvPr>
        </p:nvSpPr>
        <p:spPr/>
        <p:txBody>
          <a:bodyPr/>
          <a:lstStyle/>
          <a:p>
            <a:r>
              <a:rPr lang="en-US" altLang="zh-CN">
                <a:ea typeface="宋体" panose="02010600030101010101" pitchFamily="2" charset="-122"/>
              </a:rPr>
              <a:t>Characteristics of Recursion </a:t>
            </a:r>
            <a:endParaRPr kumimoji="1" lang="zh-CN" altLang="en-US"/>
          </a:p>
        </p:txBody>
      </p:sp>
      <p:sp>
        <p:nvSpPr>
          <p:cNvPr id="59396" name="灯片编号占位符 4">
            <a:extLst>
              <a:ext uri="{FF2B5EF4-FFF2-40B4-BE49-F238E27FC236}">
                <a16:creationId xmlns:a16="http://schemas.microsoft.com/office/drawing/2014/main" id="{358CFC14-F802-B363-6184-289720F615D7}"/>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AF970E75-F500-6A44-B2B7-2820672F76A2}"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21</a:t>
            </a:fld>
            <a:endParaRPr lang="en-US" altLang="zh-CN" sz="1600" b="0">
              <a:solidFill>
                <a:schemeClr val="tx1"/>
              </a:solidFill>
              <a:latin typeface="Lucida Sans Unicode" panose="020B0602030504020204" pitchFamily="34" charset="0"/>
              <a:ea typeface="宋体" panose="02010600030101010101" pitchFamily="2" charset="-122"/>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BC718484-28CF-67C4-5A2B-E82C321464A3}"/>
              </a:ext>
            </a:extLst>
          </p:cNvPr>
          <p:cNvSpPr>
            <a:spLocks noGrp="1" noChangeArrowheads="1"/>
          </p:cNvSpPr>
          <p:nvPr>
            <p:ph type="title"/>
          </p:nvPr>
        </p:nvSpPr>
        <p:spPr/>
        <p:txBody>
          <a:bodyPr/>
          <a:lstStyle/>
          <a:p>
            <a:r>
              <a:rPr lang="en-US" altLang="zh-CN">
                <a:ea typeface="宋体" panose="02010600030101010101" pitchFamily="2" charset="-122"/>
              </a:rPr>
              <a:t>Recursion and Iteration </a:t>
            </a:r>
            <a:endParaRPr lang="zh-CN" altLang="en-US">
              <a:ea typeface="宋体" panose="02010600030101010101" pitchFamily="2" charset="-122"/>
            </a:endParaRPr>
          </a:p>
        </p:txBody>
      </p:sp>
      <p:sp>
        <p:nvSpPr>
          <p:cNvPr id="61443" name="灯片编号占位符 4">
            <a:extLst>
              <a:ext uri="{FF2B5EF4-FFF2-40B4-BE49-F238E27FC236}">
                <a16:creationId xmlns:a16="http://schemas.microsoft.com/office/drawing/2014/main" id="{7EC51DD5-EBDE-0644-837A-F52FF4FD363E}"/>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C98B77F2-3092-FA44-A467-5B1EDB54527A}"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22</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6" name="Rectangle 4">
            <a:extLst>
              <a:ext uri="{FF2B5EF4-FFF2-40B4-BE49-F238E27FC236}">
                <a16:creationId xmlns:a16="http://schemas.microsoft.com/office/drawing/2014/main" id="{AEAFA8C3-20E7-C5BA-C902-207727E6903B}"/>
              </a:ext>
            </a:extLst>
          </p:cNvPr>
          <p:cNvSpPr>
            <a:spLocks noGrp="1" noChangeArrowheads="1"/>
          </p:cNvSpPr>
          <p:nvPr>
            <p:ph idx="1"/>
          </p:nvPr>
        </p:nvSpPr>
        <p:spPr>
          <a:xfrm>
            <a:off x="228600" y="1412776"/>
            <a:ext cx="8686800" cy="2173288"/>
          </a:xfrm>
        </p:spPr>
        <p:txBody>
          <a:bodyPr/>
          <a:lstStyle/>
          <a:p>
            <a:pPr marL="0" indent="0" algn="just" eaLnBrk="1" hangingPunct="1">
              <a:lnSpc>
                <a:spcPct val="90000"/>
              </a:lnSpc>
              <a:buFont typeface="Wingdings" pitchFamily="2" charset="2"/>
              <a:buNone/>
              <a:defRPr/>
            </a:pPr>
            <a:r>
              <a:rPr lang="en-US" altLang="zh-CN" b="0" dirty="0">
                <a:solidFill>
                  <a:schemeClr val="tx1"/>
                </a:solidFill>
                <a:latin typeface="+mj-lt"/>
                <a:ea typeface="宋体" charset="-122"/>
                <a:cs typeface="+mn-cs"/>
              </a:rPr>
              <a:t>In the previous sections, we studied two recursive functions that can also be implemented with simple iterative programs. This section compares the two approaches and discusses why you might choose one approach over the other in a particular situation. </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E27C3A80-57D1-292B-9AB0-B1EA0094F309}"/>
              </a:ext>
            </a:extLst>
          </p:cNvPr>
          <p:cNvSpPr>
            <a:spLocks noGrp="1" noChangeArrowheads="1"/>
          </p:cNvSpPr>
          <p:nvPr>
            <p:ph type="title"/>
          </p:nvPr>
        </p:nvSpPr>
        <p:spPr/>
        <p:txBody>
          <a:bodyPr/>
          <a:lstStyle/>
          <a:p>
            <a:r>
              <a:rPr lang="en-US" altLang="zh-CN">
                <a:ea typeface="宋体" panose="02010600030101010101" pitchFamily="2" charset="-122"/>
              </a:rPr>
              <a:t>Recursion and Iteration </a:t>
            </a:r>
            <a:endParaRPr lang="zh-CN" altLang="en-US">
              <a:ea typeface="宋体" panose="02010600030101010101" pitchFamily="2" charset="-122"/>
            </a:endParaRPr>
          </a:p>
        </p:txBody>
      </p:sp>
      <p:sp>
        <p:nvSpPr>
          <p:cNvPr id="63491" name="灯片编号占位符 4">
            <a:extLst>
              <a:ext uri="{FF2B5EF4-FFF2-40B4-BE49-F238E27FC236}">
                <a16:creationId xmlns:a16="http://schemas.microsoft.com/office/drawing/2014/main" id="{8B9823E9-DBD0-B4F1-739F-F86DEB6C94C7}"/>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0ABA0B40-C8A9-E042-B94D-B5BCF1D2730F}"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23</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63492" name="Rectangle 4">
            <a:extLst>
              <a:ext uri="{FF2B5EF4-FFF2-40B4-BE49-F238E27FC236}">
                <a16:creationId xmlns:a16="http://schemas.microsoft.com/office/drawing/2014/main" id="{6A537BD0-75D4-D513-1FCE-8BE9117665AC}"/>
              </a:ext>
            </a:extLst>
          </p:cNvPr>
          <p:cNvSpPr>
            <a:spLocks noGrp="1" noChangeArrowheads="1"/>
          </p:cNvSpPr>
          <p:nvPr>
            <p:ph idx="1"/>
          </p:nvPr>
        </p:nvSpPr>
        <p:spPr>
          <a:xfrm>
            <a:off x="228600" y="1230983"/>
            <a:ext cx="8686800" cy="554038"/>
          </a:xfrm>
        </p:spPr>
        <p:txBody>
          <a:bodyPr/>
          <a:lstStyle/>
          <a:p>
            <a:pPr algn="just" eaLnBrk="1" hangingPunct="1">
              <a:lnSpc>
                <a:spcPct val="90000"/>
              </a:lnSpc>
            </a:pPr>
            <a:r>
              <a:rPr lang="en-US" altLang="zh-CN" sz="2000" dirty="0"/>
              <a:t>Factorial Implementation</a:t>
            </a:r>
          </a:p>
        </p:txBody>
      </p:sp>
      <p:pic>
        <p:nvPicPr>
          <p:cNvPr id="2" name="图片 1">
            <a:extLst>
              <a:ext uri="{FF2B5EF4-FFF2-40B4-BE49-F238E27FC236}">
                <a16:creationId xmlns:a16="http://schemas.microsoft.com/office/drawing/2014/main" id="{22EAF51A-74AF-9C31-6E6B-A591ACB0780B}"/>
              </a:ext>
            </a:extLst>
          </p:cNvPr>
          <p:cNvPicPr>
            <a:picLocks noChangeAspect="1"/>
          </p:cNvPicPr>
          <p:nvPr/>
        </p:nvPicPr>
        <p:blipFill>
          <a:blip r:embed="rId3"/>
          <a:stretch>
            <a:fillRect/>
          </a:stretch>
        </p:blipFill>
        <p:spPr>
          <a:xfrm>
            <a:off x="827584" y="1772816"/>
            <a:ext cx="6104872" cy="2292375"/>
          </a:xfrm>
          <a:prstGeom prst="rect">
            <a:avLst/>
          </a:prstGeom>
        </p:spPr>
      </p:pic>
      <p:pic>
        <p:nvPicPr>
          <p:cNvPr id="3" name="图片 2">
            <a:extLst>
              <a:ext uri="{FF2B5EF4-FFF2-40B4-BE49-F238E27FC236}">
                <a16:creationId xmlns:a16="http://schemas.microsoft.com/office/drawing/2014/main" id="{941B7474-208E-1975-A0FE-EE5E5758AE0D}"/>
              </a:ext>
            </a:extLst>
          </p:cNvPr>
          <p:cNvPicPr>
            <a:picLocks noChangeAspect="1"/>
          </p:cNvPicPr>
          <p:nvPr/>
        </p:nvPicPr>
        <p:blipFill>
          <a:blip r:embed="rId4"/>
          <a:stretch>
            <a:fillRect/>
          </a:stretch>
        </p:blipFill>
        <p:spPr>
          <a:xfrm>
            <a:off x="689466" y="4257092"/>
            <a:ext cx="6766520" cy="1807432"/>
          </a:xfrm>
          <a:prstGeom prst="rect">
            <a:avLst/>
          </a:prstGeom>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a:extLst>
              <a:ext uri="{FF2B5EF4-FFF2-40B4-BE49-F238E27FC236}">
                <a16:creationId xmlns:a16="http://schemas.microsoft.com/office/drawing/2014/main" id="{42689002-F773-4429-DF60-EF796E406DDD}"/>
              </a:ext>
            </a:extLst>
          </p:cNvPr>
          <p:cNvSpPr>
            <a:spLocks noGrp="1" noChangeArrowheads="1"/>
          </p:cNvSpPr>
          <p:nvPr>
            <p:ph type="title"/>
          </p:nvPr>
        </p:nvSpPr>
        <p:spPr/>
        <p:txBody>
          <a:bodyPr/>
          <a:lstStyle/>
          <a:p>
            <a:r>
              <a:rPr lang="en-US" altLang="zh-CN">
                <a:ea typeface="宋体" panose="02010600030101010101" pitchFamily="2" charset="-122"/>
              </a:rPr>
              <a:t>Recursion and Iteration </a:t>
            </a:r>
            <a:endParaRPr lang="zh-CN" altLang="en-US">
              <a:ea typeface="宋体" panose="02010600030101010101" pitchFamily="2" charset="-122"/>
            </a:endParaRPr>
          </a:p>
        </p:txBody>
      </p:sp>
      <p:sp>
        <p:nvSpPr>
          <p:cNvPr id="65539" name="灯片编号占位符 4">
            <a:extLst>
              <a:ext uri="{FF2B5EF4-FFF2-40B4-BE49-F238E27FC236}">
                <a16:creationId xmlns:a16="http://schemas.microsoft.com/office/drawing/2014/main" id="{448C8D2A-6B23-DE42-A067-7A1424248D59}"/>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FF598C01-913F-CA4D-9588-70A2F2A4B71F}"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24</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6" name="Rectangle 4">
            <a:extLst>
              <a:ext uri="{FF2B5EF4-FFF2-40B4-BE49-F238E27FC236}">
                <a16:creationId xmlns:a16="http://schemas.microsoft.com/office/drawing/2014/main" id="{8DDCCAAD-4548-87EA-CE5D-BB2D4BE3D0CD}"/>
              </a:ext>
            </a:extLst>
          </p:cNvPr>
          <p:cNvSpPr>
            <a:spLocks noGrp="1" noChangeArrowheads="1"/>
          </p:cNvSpPr>
          <p:nvPr>
            <p:ph idx="1"/>
          </p:nvPr>
        </p:nvSpPr>
        <p:spPr>
          <a:xfrm>
            <a:off x="228600" y="1373131"/>
            <a:ext cx="8686800" cy="4864181"/>
          </a:xfrm>
        </p:spPr>
        <p:txBody>
          <a:bodyPr/>
          <a:lstStyle/>
          <a:p>
            <a:pPr algn="just" eaLnBrk="1" hangingPunct="1">
              <a:lnSpc>
                <a:spcPct val="90000"/>
              </a:lnSpc>
              <a:defRPr/>
            </a:pPr>
            <a:r>
              <a:rPr lang="en-US" altLang="zh-CN" sz="2000" b="0" dirty="0">
                <a:solidFill>
                  <a:schemeClr val="tx1"/>
                </a:solidFill>
                <a:latin typeface="+mj-lt"/>
                <a:ea typeface="宋体" charset="-122"/>
                <a:cs typeface="+mn-cs"/>
              </a:rPr>
              <a:t>Both iteration and recursion are based on a control statement: Iteration uses a repetition structure; recursion uses a selection structure. </a:t>
            </a:r>
          </a:p>
          <a:p>
            <a:pPr algn="just" eaLnBrk="1" hangingPunct="1">
              <a:lnSpc>
                <a:spcPct val="90000"/>
              </a:lnSpc>
              <a:defRPr/>
            </a:pPr>
            <a:r>
              <a:rPr lang="en-US" altLang="zh-CN" sz="2000" b="0" dirty="0">
                <a:solidFill>
                  <a:schemeClr val="tx1"/>
                </a:solidFill>
                <a:latin typeface="+mj-lt"/>
                <a:ea typeface="宋体" charset="-122"/>
                <a:cs typeface="+mn-cs"/>
              </a:rPr>
              <a:t>Both iteration and recursion involve repetition: Iteration explicitly uses a repetition structure; recursion achieves repetition through repeated function calls. </a:t>
            </a:r>
          </a:p>
          <a:p>
            <a:pPr algn="just" eaLnBrk="1" hangingPunct="1">
              <a:lnSpc>
                <a:spcPct val="90000"/>
              </a:lnSpc>
              <a:defRPr/>
            </a:pPr>
            <a:r>
              <a:rPr lang="en-US" altLang="zh-CN" sz="2000" b="0" dirty="0">
                <a:solidFill>
                  <a:schemeClr val="tx1"/>
                </a:solidFill>
                <a:latin typeface="+mj-lt"/>
                <a:ea typeface="宋体" charset="-122"/>
                <a:cs typeface="+mn-cs"/>
              </a:rPr>
              <a:t>Iteration and recursion each involve a termination test: Iteration terminates when the loop-continuation condition fails; recursion terminates when a base case is recognized. </a:t>
            </a:r>
          </a:p>
          <a:p>
            <a:pPr algn="just" eaLnBrk="1" hangingPunct="1">
              <a:lnSpc>
                <a:spcPct val="90000"/>
              </a:lnSpc>
              <a:defRPr/>
            </a:pPr>
            <a:r>
              <a:rPr lang="en-US" altLang="zh-CN" sz="2000" b="0" dirty="0">
                <a:solidFill>
                  <a:schemeClr val="tx1"/>
                </a:solidFill>
                <a:latin typeface="+mj-lt"/>
                <a:ea typeface="宋体" charset="-122"/>
                <a:cs typeface="+mn-cs"/>
              </a:rPr>
              <a:t>Iteration with counter-controlled repetition and recursion each gradually approach termination: Iteration modifies a counter until the counter assumes a value that makes the loop-continuation condition fail; recursion produces simpler versions of the original problem until the base case is reached. </a:t>
            </a:r>
          </a:p>
          <a:p>
            <a:pPr algn="just" eaLnBrk="1" hangingPunct="1">
              <a:lnSpc>
                <a:spcPct val="90000"/>
              </a:lnSpc>
              <a:defRPr/>
            </a:pPr>
            <a:r>
              <a:rPr lang="en-US" altLang="zh-CN" sz="2000" b="0" dirty="0">
                <a:solidFill>
                  <a:schemeClr val="tx1"/>
                </a:solidFill>
                <a:latin typeface="+mj-lt"/>
                <a:ea typeface="宋体" charset="-122"/>
                <a:cs typeface="+mn-cs"/>
              </a:rPr>
              <a:t>Both iteration and recursion can occur infinitely: An infinite loop occurs with iteration if the loop-continuation test never becomes false; infinite recursion occurs if the recursion step does not reduce the problem during each recursive call in a manner that converges on the base case.</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2" name="Rectangle 4">
            <a:extLst>
              <a:ext uri="{FF2B5EF4-FFF2-40B4-BE49-F238E27FC236}">
                <a16:creationId xmlns:a16="http://schemas.microsoft.com/office/drawing/2014/main" id="{342CC35C-3DB9-60C4-C105-F62EA3097765}"/>
              </a:ext>
            </a:extLst>
          </p:cNvPr>
          <p:cNvSpPr>
            <a:spLocks noGrp="1" noChangeArrowheads="1"/>
          </p:cNvSpPr>
          <p:nvPr>
            <p:ph idx="1"/>
          </p:nvPr>
        </p:nvSpPr>
        <p:spPr>
          <a:xfrm>
            <a:off x="228600" y="1567656"/>
            <a:ext cx="8686800" cy="3722688"/>
          </a:xfrm>
        </p:spPr>
        <p:txBody>
          <a:bodyPr/>
          <a:lstStyle/>
          <a:p>
            <a:pPr marL="0" indent="0" eaLnBrk="1" hangingPunct="1">
              <a:lnSpc>
                <a:spcPct val="90000"/>
              </a:lnSpc>
              <a:buFont typeface="Wingdings" pitchFamily="2" charset="2"/>
              <a:buNone/>
              <a:defRPr/>
            </a:pPr>
            <a:r>
              <a:rPr lang="en-US" altLang="zh-CN" b="0" dirty="0">
                <a:solidFill>
                  <a:schemeClr val="tx1"/>
                </a:solidFill>
                <a:latin typeface="+mj-lt"/>
                <a:ea typeface="宋体" charset="-122"/>
                <a:cs typeface="+mn-cs"/>
              </a:rPr>
              <a:t>Case 1: If the key is less than the middle element, recursively search the key in the first half of the array.</a:t>
            </a:r>
          </a:p>
          <a:p>
            <a:pPr marL="0" indent="0" eaLnBrk="1" hangingPunct="1">
              <a:lnSpc>
                <a:spcPct val="90000"/>
              </a:lnSpc>
              <a:buFont typeface="Wingdings" pitchFamily="2" charset="2"/>
              <a:buNone/>
              <a:defRPr/>
            </a:pPr>
            <a:endParaRPr lang="en-US" altLang="zh-CN" b="0" dirty="0">
              <a:solidFill>
                <a:schemeClr val="tx1"/>
              </a:solidFill>
              <a:latin typeface="+mj-lt"/>
              <a:ea typeface="宋体" charset="-122"/>
              <a:cs typeface="+mn-cs"/>
            </a:endParaRPr>
          </a:p>
          <a:p>
            <a:pPr marL="0" indent="0" eaLnBrk="1" hangingPunct="1">
              <a:lnSpc>
                <a:spcPct val="90000"/>
              </a:lnSpc>
              <a:buFont typeface="Wingdings" pitchFamily="2" charset="2"/>
              <a:buNone/>
              <a:defRPr/>
            </a:pPr>
            <a:r>
              <a:rPr lang="en-US" altLang="zh-CN" b="0" dirty="0">
                <a:solidFill>
                  <a:schemeClr val="tx1"/>
                </a:solidFill>
                <a:latin typeface="+mj-lt"/>
                <a:ea typeface="宋体" charset="-122"/>
                <a:cs typeface="+mn-cs"/>
              </a:rPr>
              <a:t>Case 2: If the key is equal to the middle element, the search ends with a match.</a:t>
            </a:r>
          </a:p>
          <a:p>
            <a:pPr marL="0" indent="0" eaLnBrk="1" hangingPunct="1">
              <a:lnSpc>
                <a:spcPct val="90000"/>
              </a:lnSpc>
              <a:buFont typeface="Wingdings" pitchFamily="2" charset="2"/>
              <a:buNone/>
              <a:defRPr/>
            </a:pPr>
            <a:endParaRPr lang="en-US" altLang="zh-CN" b="0" dirty="0">
              <a:solidFill>
                <a:schemeClr val="tx1"/>
              </a:solidFill>
              <a:latin typeface="+mj-lt"/>
              <a:ea typeface="宋体" charset="-122"/>
              <a:cs typeface="+mn-cs"/>
            </a:endParaRPr>
          </a:p>
          <a:p>
            <a:pPr marL="0" indent="0" eaLnBrk="1" hangingPunct="1">
              <a:lnSpc>
                <a:spcPct val="90000"/>
              </a:lnSpc>
              <a:buFont typeface="Wingdings" pitchFamily="2" charset="2"/>
              <a:buNone/>
              <a:defRPr/>
            </a:pPr>
            <a:r>
              <a:rPr lang="en-US" altLang="zh-CN" b="0" dirty="0">
                <a:solidFill>
                  <a:schemeClr val="tx1"/>
                </a:solidFill>
                <a:latin typeface="+mj-lt"/>
                <a:ea typeface="宋体" charset="-122"/>
                <a:cs typeface="+mn-cs"/>
              </a:rPr>
              <a:t>Case 3: If the key is greater than the middle element, recursively search the key in the second half of the array.</a:t>
            </a:r>
          </a:p>
        </p:txBody>
      </p:sp>
      <p:sp>
        <p:nvSpPr>
          <p:cNvPr id="67587" name="标题 1">
            <a:extLst>
              <a:ext uri="{FF2B5EF4-FFF2-40B4-BE49-F238E27FC236}">
                <a16:creationId xmlns:a16="http://schemas.microsoft.com/office/drawing/2014/main" id="{6F0F9217-0782-661F-6363-93D5A233D214}"/>
              </a:ext>
            </a:extLst>
          </p:cNvPr>
          <p:cNvSpPr>
            <a:spLocks noGrp="1" noChangeArrowheads="1"/>
          </p:cNvSpPr>
          <p:nvPr>
            <p:ph type="title"/>
          </p:nvPr>
        </p:nvSpPr>
        <p:spPr/>
        <p:txBody>
          <a:bodyPr/>
          <a:lstStyle/>
          <a:p>
            <a:r>
              <a:rPr lang="en-US" altLang="zh-CN">
                <a:ea typeface="宋体" panose="02010600030101010101" pitchFamily="2" charset="-122"/>
              </a:rPr>
              <a:t>Recursive Binary Search</a:t>
            </a:r>
            <a:endParaRPr kumimoji="1" lang="zh-CN" altLang="en-US"/>
          </a:p>
        </p:txBody>
      </p:sp>
      <p:sp>
        <p:nvSpPr>
          <p:cNvPr id="67588" name="灯片编号占位符 4">
            <a:extLst>
              <a:ext uri="{FF2B5EF4-FFF2-40B4-BE49-F238E27FC236}">
                <a16:creationId xmlns:a16="http://schemas.microsoft.com/office/drawing/2014/main" id="{671DE5B6-7C9D-35FE-E87E-48CDCEAE6525}"/>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2CE11BB9-9CDF-DB43-9343-92A79CE743E3}"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25</a:t>
            </a:fld>
            <a:endParaRPr lang="en-US" altLang="zh-CN" sz="1600" b="0">
              <a:solidFill>
                <a:schemeClr val="tx1"/>
              </a:solidFill>
              <a:latin typeface="Lucida Sans Unicode" panose="020B0602030504020204" pitchFamily="34" charset="0"/>
              <a:ea typeface="宋体" panose="02010600030101010101" pitchFamily="2" charset="-122"/>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6944311C-31E4-7D69-5214-EC5F25EDA0A1}"/>
              </a:ext>
            </a:extLst>
          </p:cNvPr>
          <p:cNvSpPr>
            <a:spLocks noGrp="1" noChangeArrowheads="1"/>
          </p:cNvSpPr>
          <p:nvPr>
            <p:ph type="title"/>
          </p:nvPr>
        </p:nvSpPr>
        <p:spPr/>
        <p:txBody>
          <a:bodyPr/>
          <a:lstStyle/>
          <a:p>
            <a:r>
              <a:rPr lang="en-US" altLang="zh-CN">
                <a:ea typeface="宋体" panose="02010600030101010101" pitchFamily="2" charset="-122"/>
              </a:rPr>
              <a:t>Recursive Implementation</a:t>
            </a:r>
            <a:endParaRPr kumimoji="1" lang="zh-CN" altLang="en-US"/>
          </a:p>
        </p:txBody>
      </p:sp>
      <p:sp>
        <p:nvSpPr>
          <p:cNvPr id="69635" name="灯片编号占位符 4">
            <a:extLst>
              <a:ext uri="{FF2B5EF4-FFF2-40B4-BE49-F238E27FC236}">
                <a16:creationId xmlns:a16="http://schemas.microsoft.com/office/drawing/2014/main" id="{2149FB7E-006F-A696-147B-3887FF56C980}"/>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F22B43D7-C81D-6741-BDB8-BB7ADF057E3D}"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26</a:t>
            </a:fld>
            <a:endParaRPr lang="en-US" altLang="zh-CN" sz="1600" b="0">
              <a:solidFill>
                <a:schemeClr val="tx1"/>
              </a:solidFill>
              <a:latin typeface="Lucida Sans Unicode" panose="020B0602030504020204" pitchFamily="34" charset="0"/>
              <a:ea typeface="宋体" panose="02010600030101010101" pitchFamily="2" charset="-122"/>
            </a:endParaRPr>
          </a:p>
        </p:txBody>
      </p:sp>
      <p:pic>
        <p:nvPicPr>
          <p:cNvPr id="69636" name="图片 4">
            <a:extLst>
              <a:ext uri="{FF2B5EF4-FFF2-40B4-BE49-F238E27FC236}">
                <a16:creationId xmlns:a16="http://schemas.microsoft.com/office/drawing/2014/main" id="{7E532E90-ED12-ACA5-B5DB-E0754C63D1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177925"/>
            <a:ext cx="7561262" cy="550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1" name="Rectangle 3">
            <a:extLst>
              <a:ext uri="{FF2B5EF4-FFF2-40B4-BE49-F238E27FC236}">
                <a16:creationId xmlns:a16="http://schemas.microsoft.com/office/drawing/2014/main" id="{2DE164A6-3C35-68CE-B795-B1B4454D7575}"/>
              </a:ext>
            </a:extLst>
          </p:cNvPr>
          <p:cNvSpPr>
            <a:spLocks noGrp="1" noChangeArrowheads="1"/>
          </p:cNvSpPr>
          <p:nvPr>
            <p:ph idx="1"/>
          </p:nvPr>
        </p:nvSpPr>
        <p:spPr>
          <a:xfrm>
            <a:off x="228600" y="1763713"/>
            <a:ext cx="8686800" cy="3962400"/>
          </a:xfrm>
        </p:spPr>
        <p:txBody>
          <a:bodyPr/>
          <a:lstStyle/>
          <a:p>
            <a:pPr eaLnBrk="1" hangingPunct="1">
              <a:defRPr/>
            </a:pPr>
            <a:r>
              <a:rPr lang="en-US" altLang="zh-CN" b="0" dirty="0">
                <a:solidFill>
                  <a:schemeClr val="tx1"/>
                </a:solidFill>
                <a:latin typeface="+mj-lt"/>
                <a:ea typeface="宋体" charset="-122"/>
                <a:cs typeface="+mn-cs"/>
              </a:rPr>
              <a:t>There are </a:t>
            </a:r>
            <a:r>
              <a:rPr lang="en-US" altLang="zh-CN" b="0" i="1" dirty="0">
                <a:solidFill>
                  <a:schemeClr val="tx1"/>
                </a:solidFill>
                <a:latin typeface="+mj-lt"/>
                <a:ea typeface="宋体" charset="-122"/>
                <a:cs typeface="+mn-cs"/>
              </a:rPr>
              <a:t>n</a:t>
            </a:r>
            <a:r>
              <a:rPr lang="en-US" altLang="zh-CN" b="0" dirty="0">
                <a:solidFill>
                  <a:schemeClr val="tx1"/>
                </a:solidFill>
                <a:latin typeface="+mj-lt"/>
                <a:ea typeface="宋体" charset="-122"/>
                <a:cs typeface="+mn-cs"/>
              </a:rPr>
              <a:t> disks labeled 1, 2, 3, . . ., </a:t>
            </a:r>
            <a:r>
              <a:rPr lang="en-US" altLang="zh-CN" b="0" i="1" dirty="0">
                <a:solidFill>
                  <a:schemeClr val="tx1"/>
                </a:solidFill>
                <a:latin typeface="+mj-lt"/>
                <a:ea typeface="宋体" charset="-122"/>
                <a:cs typeface="+mn-cs"/>
              </a:rPr>
              <a:t>n</a:t>
            </a:r>
            <a:r>
              <a:rPr lang="en-US" altLang="zh-CN" b="0" dirty="0">
                <a:solidFill>
                  <a:schemeClr val="tx1"/>
                </a:solidFill>
                <a:latin typeface="+mj-lt"/>
                <a:ea typeface="宋体" charset="-122"/>
                <a:cs typeface="+mn-cs"/>
              </a:rPr>
              <a:t>, and three towers labeled A, B, and C.</a:t>
            </a:r>
          </a:p>
          <a:p>
            <a:pPr eaLnBrk="1" hangingPunct="1">
              <a:defRPr/>
            </a:pPr>
            <a:r>
              <a:rPr lang="en-US" altLang="zh-CN" b="0" dirty="0">
                <a:solidFill>
                  <a:schemeClr val="tx1"/>
                </a:solidFill>
                <a:latin typeface="+mj-lt"/>
                <a:ea typeface="宋体" charset="-122"/>
                <a:cs typeface="+mn-cs"/>
              </a:rPr>
              <a:t>No disk can be on top of a smaller disk at any time.</a:t>
            </a:r>
          </a:p>
          <a:p>
            <a:pPr eaLnBrk="1" hangingPunct="1">
              <a:defRPr/>
            </a:pPr>
            <a:r>
              <a:rPr lang="en-US" altLang="zh-CN" b="0" dirty="0">
                <a:solidFill>
                  <a:schemeClr val="tx1"/>
                </a:solidFill>
                <a:latin typeface="+mj-lt"/>
                <a:ea typeface="宋体" charset="-122"/>
                <a:cs typeface="+mn-cs"/>
              </a:rPr>
              <a:t>All the disks are initially placed on tower A.</a:t>
            </a:r>
          </a:p>
          <a:p>
            <a:pPr eaLnBrk="1" hangingPunct="1">
              <a:defRPr/>
            </a:pPr>
            <a:r>
              <a:rPr lang="en-US" altLang="zh-CN" b="0" dirty="0">
                <a:solidFill>
                  <a:schemeClr val="tx1"/>
                </a:solidFill>
                <a:latin typeface="+mj-lt"/>
                <a:ea typeface="宋体" charset="-122"/>
                <a:cs typeface="+mn-cs"/>
              </a:rPr>
              <a:t>Only one disk can be moved at a time, and it must be the top disk on the tower.</a:t>
            </a:r>
          </a:p>
        </p:txBody>
      </p:sp>
      <p:sp>
        <p:nvSpPr>
          <p:cNvPr id="70659" name="标题 1">
            <a:extLst>
              <a:ext uri="{FF2B5EF4-FFF2-40B4-BE49-F238E27FC236}">
                <a16:creationId xmlns:a16="http://schemas.microsoft.com/office/drawing/2014/main" id="{5AD9EC94-96B2-CBF0-A6AC-2F132AAF7AF7}"/>
              </a:ext>
            </a:extLst>
          </p:cNvPr>
          <p:cNvSpPr>
            <a:spLocks noGrp="1" noChangeArrowheads="1"/>
          </p:cNvSpPr>
          <p:nvPr>
            <p:ph type="title"/>
          </p:nvPr>
        </p:nvSpPr>
        <p:spPr/>
        <p:txBody>
          <a:bodyPr/>
          <a:lstStyle/>
          <a:p>
            <a:r>
              <a:rPr lang="en-US" altLang="zh-CN">
                <a:ea typeface="宋体" panose="02010600030101010101" pitchFamily="2" charset="-122"/>
              </a:rPr>
              <a:t>Towers of Hanoi</a:t>
            </a:r>
            <a:endParaRPr kumimoji="1" lang="zh-CN" altLang="en-US"/>
          </a:p>
        </p:txBody>
      </p:sp>
      <p:sp>
        <p:nvSpPr>
          <p:cNvPr id="70660" name="灯片编号占位符 4">
            <a:extLst>
              <a:ext uri="{FF2B5EF4-FFF2-40B4-BE49-F238E27FC236}">
                <a16:creationId xmlns:a16="http://schemas.microsoft.com/office/drawing/2014/main" id="{23EA151C-6B90-78E5-537B-8B8BB8862B61}"/>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82B439A4-EAD6-DB4F-9A89-A2F809949D8B}"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27</a:t>
            </a:fld>
            <a:endParaRPr lang="en-US" altLang="zh-CN" sz="1600" b="0">
              <a:solidFill>
                <a:schemeClr val="tx1"/>
              </a:solidFill>
              <a:latin typeface="Lucida Sans Unicode" panose="020B0602030504020204" pitchFamily="34" charset="0"/>
              <a:ea typeface="宋体" panose="02010600030101010101" pitchFamily="2" charset="-122"/>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8">
            <a:extLst>
              <a:ext uri="{FF2B5EF4-FFF2-40B4-BE49-F238E27FC236}">
                <a16:creationId xmlns:a16="http://schemas.microsoft.com/office/drawing/2014/main" id="{422EFDB9-BEF9-A515-95A2-41AE3FE3DF65}"/>
              </a:ext>
            </a:extLst>
          </p:cNvPr>
          <p:cNvSpPr>
            <a:spLocks noChangeArrowheads="1"/>
          </p:cNvSpPr>
          <p:nvPr/>
        </p:nvSpPr>
        <p:spPr bwMode="auto">
          <a:xfrm>
            <a:off x="1398588"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aphicFrame>
        <p:nvGraphicFramePr>
          <p:cNvPr id="72707" name="Object 7">
            <a:extLst>
              <a:ext uri="{FF2B5EF4-FFF2-40B4-BE49-F238E27FC236}">
                <a16:creationId xmlns:a16="http://schemas.microsoft.com/office/drawing/2014/main" id="{65B4DEF8-42D3-4613-3591-8BD82EC775A4}"/>
              </a:ext>
            </a:extLst>
          </p:cNvPr>
          <p:cNvGraphicFramePr>
            <a:graphicFrameLocks noChangeAspect="1"/>
          </p:cNvGraphicFramePr>
          <p:nvPr/>
        </p:nvGraphicFramePr>
        <p:xfrm>
          <a:off x="1008063" y="1139825"/>
          <a:ext cx="7127875" cy="5664200"/>
        </p:xfrm>
        <a:graphic>
          <a:graphicData uri="http://schemas.openxmlformats.org/presentationml/2006/ole">
            <mc:AlternateContent xmlns:mc="http://schemas.openxmlformats.org/markup-compatibility/2006">
              <mc:Choice xmlns:v="urn:schemas-microsoft-com:vml" Requires="v">
                <p:oleObj spid="_x0000_s14341" r:id="rId4" imgW="38061900" imgH="35661600" progId="Word.Picture.8">
                  <p:embed/>
                </p:oleObj>
              </mc:Choice>
              <mc:Fallback>
                <p:oleObj r:id="rId4" imgW="38061900" imgH="35661600" progId="Word.Picture.8">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8063" y="1139825"/>
                        <a:ext cx="7127875" cy="5664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2708" name="标题 1">
            <a:extLst>
              <a:ext uri="{FF2B5EF4-FFF2-40B4-BE49-F238E27FC236}">
                <a16:creationId xmlns:a16="http://schemas.microsoft.com/office/drawing/2014/main" id="{CB16ABEE-4327-64F2-6B0F-1B3EF07BEE88}"/>
              </a:ext>
            </a:extLst>
          </p:cNvPr>
          <p:cNvSpPr>
            <a:spLocks noGrp="1" noChangeArrowheads="1"/>
          </p:cNvSpPr>
          <p:nvPr>
            <p:ph type="title"/>
          </p:nvPr>
        </p:nvSpPr>
        <p:spPr/>
        <p:txBody>
          <a:bodyPr/>
          <a:lstStyle/>
          <a:p>
            <a:r>
              <a:rPr lang="en-US" altLang="zh-CN">
                <a:ea typeface="宋体" panose="02010600030101010101" pitchFamily="2" charset="-122"/>
              </a:rPr>
              <a:t>Towers of Hanoi, cont.</a:t>
            </a:r>
            <a:endParaRPr kumimoji="1" lang="zh-CN" altLang="en-US"/>
          </a:p>
        </p:txBody>
      </p:sp>
      <p:sp>
        <p:nvSpPr>
          <p:cNvPr id="72709" name="灯片编号占位符 4">
            <a:extLst>
              <a:ext uri="{FF2B5EF4-FFF2-40B4-BE49-F238E27FC236}">
                <a16:creationId xmlns:a16="http://schemas.microsoft.com/office/drawing/2014/main" id="{D43E8D43-E12D-BAC9-19DB-863F7E32EA82}"/>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E69AE246-346F-D343-BB30-3A2516604EE8}"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28</a:t>
            </a:fld>
            <a:endParaRPr lang="en-US" altLang="zh-CN" sz="1600" b="0">
              <a:solidFill>
                <a:schemeClr val="tx1"/>
              </a:solidFill>
              <a:latin typeface="Lucida Sans Unicode" panose="020B0602030504020204" pitchFamily="34" charset="0"/>
              <a:ea typeface="宋体" panose="02010600030101010101" pitchFamily="2" charset="-122"/>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6AEE6AD9-A683-C199-F6DB-496C911CDBBA}"/>
              </a:ext>
            </a:extLst>
          </p:cNvPr>
          <p:cNvSpPr>
            <a:spLocks noGrp="1" noChangeArrowheads="1"/>
          </p:cNvSpPr>
          <p:nvPr>
            <p:ph type="title"/>
          </p:nvPr>
        </p:nvSpPr>
        <p:spPr/>
        <p:txBody>
          <a:bodyPr/>
          <a:lstStyle/>
          <a:p>
            <a:r>
              <a:rPr lang="en-US" altLang="zh-CN">
                <a:ea typeface="宋体" panose="02010600030101010101" pitchFamily="2" charset="-122"/>
              </a:rPr>
              <a:t>Solution to Towers of Hanoi</a:t>
            </a:r>
            <a:endParaRPr kumimoji="1" lang="zh-CN" altLang="en-US"/>
          </a:p>
        </p:txBody>
      </p:sp>
      <p:sp>
        <p:nvSpPr>
          <p:cNvPr id="74755" name="灯片编号占位符 4">
            <a:extLst>
              <a:ext uri="{FF2B5EF4-FFF2-40B4-BE49-F238E27FC236}">
                <a16:creationId xmlns:a16="http://schemas.microsoft.com/office/drawing/2014/main" id="{69884B0B-BE13-0A92-2E74-367CA0358EFE}"/>
              </a:ext>
            </a:extLst>
          </p:cNvPr>
          <p:cNvSpPr>
            <a:spLocks noGrp="1"/>
          </p:cNvSpPr>
          <p:nvPr>
            <p:ph type="sldNum" sz="quarter" idx="10"/>
          </p:nvPr>
        </p:nvSpPr>
        <p:spPr bwMode="auto">
          <a:xfrm>
            <a:off x="8496300" y="6523038"/>
            <a:ext cx="6477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EC6C1BF2-79EB-F74D-9176-998755B12FD9}" type="slidenum">
              <a:rPr lang="en-US" altLang="zh-CN" sz="1600" b="0">
                <a:solidFill>
                  <a:schemeClr val="tx1"/>
                </a:solidFill>
                <a:latin typeface="Lucida Sans Unicode" panose="020B0602030504020204" pitchFamily="34" charset="0"/>
                <a:ea typeface="宋体" panose="02010600030101010101" pitchFamily="2" charset="-122"/>
              </a:rPr>
              <a:pPr>
                <a:spcBef>
                  <a:spcPct val="0"/>
                </a:spcBef>
                <a:buClrTx/>
                <a:buFontTx/>
                <a:buNone/>
              </a:pPr>
              <a:t>29</a:t>
            </a:fld>
            <a:endParaRPr lang="en-US" altLang="zh-CN" sz="1600" b="0">
              <a:solidFill>
                <a:schemeClr val="tx1"/>
              </a:solidFill>
              <a:latin typeface="Lucida Sans Unicode" panose="020B0602030504020204" pitchFamily="34" charset="0"/>
              <a:ea typeface="宋体" panose="02010600030101010101" pitchFamily="2" charset="-122"/>
            </a:endParaRPr>
          </a:p>
        </p:txBody>
      </p:sp>
      <p:pic>
        <p:nvPicPr>
          <p:cNvPr id="74756" name="图片 3">
            <a:extLst>
              <a:ext uri="{FF2B5EF4-FFF2-40B4-BE49-F238E27FC236}">
                <a16:creationId xmlns:a16="http://schemas.microsoft.com/office/drawing/2014/main" id="{5AB600FC-A842-5A68-985C-2B8CCDCA8F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177925"/>
            <a:ext cx="7018338" cy="550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a:extLst>
              <a:ext uri="{FF2B5EF4-FFF2-40B4-BE49-F238E27FC236}">
                <a16:creationId xmlns:a16="http://schemas.microsoft.com/office/drawing/2014/main" id="{93680EA2-4B7F-3BA3-E811-7C0C3510415D}"/>
              </a:ext>
            </a:extLst>
          </p:cNvPr>
          <p:cNvSpPr>
            <a:spLocks noGrp="1" noChangeArrowheads="1"/>
          </p:cNvSpPr>
          <p:nvPr>
            <p:ph type="title"/>
          </p:nvPr>
        </p:nvSpPr>
        <p:spPr/>
        <p:txBody>
          <a:bodyPr/>
          <a:lstStyle/>
          <a:p>
            <a:r>
              <a:rPr lang="en-US" altLang="zh-CN"/>
              <a:t>Exercise</a:t>
            </a:r>
            <a:endParaRPr lang="zh-CN" altLang="en-US"/>
          </a:p>
        </p:txBody>
      </p:sp>
      <p:sp>
        <p:nvSpPr>
          <p:cNvPr id="87042" name="灯片编号占位符 3">
            <a:extLst>
              <a:ext uri="{FF2B5EF4-FFF2-40B4-BE49-F238E27FC236}">
                <a16:creationId xmlns:a16="http://schemas.microsoft.com/office/drawing/2014/main" id="{F0CE8BB5-B888-1C12-8375-BCE85817B35F}"/>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E6419FB6-BD20-1B48-8C9F-61E5283982FB}" type="slidenum">
              <a:rPr lang="en-US" altLang="zh-CN" sz="1600" b="0" smtClean="0">
                <a:solidFill>
                  <a:schemeClr val="tx1"/>
                </a:solidFill>
                <a:latin typeface="Lucida Sans Unicode" panose="020B0602030504020204" pitchFamily="34" charset="0"/>
                <a:ea typeface="宋体" panose="02010600030101010101" pitchFamily="2" charset="-122"/>
              </a:rPr>
              <a:pPr>
                <a:spcBef>
                  <a:spcPct val="0"/>
                </a:spcBef>
                <a:buClrTx/>
                <a:buFontTx/>
                <a:buNone/>
              </a:pPr>
              <a:t>30</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122883" name="矩形 2">
            <a:extLst>
              <a:ext uri="{FF2B5EF4-FFF2-40B4-BE49-F238E27FC236}">
                <a16:creationId xmlns:a16="http://schemas.microsoft.com/office/drawing/2014/main" id="{EB05C2CD-8296-66C6-F5EA-356804A52D98}"/>
              </a:ext>
            </a:extLst>
          </p:cNvPr>
          <p:cNvSpPr>
            <a:spLocks noChangeArrowheads="1"/>
          </p:cNvSpPr>
          <p:nvPr/>
        </p:nvSpPr>
        <p:spPr bwMode="auto">
          <a:xfrm>
            <a:off x="228600" y="1201877"/>
            <a:ext cx="8686800" cy="5632311"/>
          </a:xfrm>
          <a:prstGeom prst="rect">
            <a:avLst/>
          </a:prstGeom>
          <a:noFill/>
          <a:ln>
            <a:noFill/>
          </a:ln>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defRPr/>
            </a:pPr>
            <a:r>
              <a:rPr lang="en-US" altLang="zh-CN" sz="2400" dirty="0">
                <a:solidFill>
                  <a:schemeClr val="tx1"/>
                </a:solidFill>
                <a:latin typeface="Times New Roman" panose="02020603050405020304" pitchFamily="18" charset="0"/>
              </a:rPr>
              <a:t>Fill</a:t>
            </a:r>
            <a:r>
              <a:rPr lang="zh-CN" altLang="en-US" sz="2400" dirty="0">
                <a:solidFill>
                  <a:schemeClr val="tx1"/>
                </a:solidFill>
                <a:latin typeface="Times New Roman" panose="02020603050405020304" pitchFamily="18" charset="0"/>
              </a:rPr>
              <a:t> </a:t>
            </a:r>
            <a:r>
              <a:rPr lang="en-US" altLang="zh-CN" sz="2400" dirty="0">
                <a:solidFill>
                  <a:schemeClr val="tx1"/>
                </a:solidFill>
                <a:latin typeface="Times New Roman" panose="02020603050405020304" pitchFamily="18" charset="0"/>
              </a:rPr>
              <a:t>in the code to complete the following function for checking whether a string is Palindrome.</a:t>
            </a:r>
          </a:p>
          <a:p>
            <a:pPr>
              <a:spcBef>
                <a:spcPct val="0"/>
              </a:spcBef>
              <a:buClrTx/>
              <a:buFontTx/>
              <a:buNone/>
              <a:defRPr/>
            </a:pPr>
            <a:endParaRPr lang="zh-CN" altLang="en-US" sz="2400" dirty="0">
              <a:solidFill>
                <a:schemeClr val="tx1"/>
              </a:solidFill>
              <a:latin typeface="Times New Roman" panose="02020603050405020304" pitchFamily="18" charset="0"/>
            </a:endParaRPr>
          </a:p>
          <a:p>
            <a:pPr>
              <a:spcBef>
                <a:spcPct val="0"/>
              </a:spcBef>
              <a:buClrTx/>
              <a:buFontTx/>
              <a:buNone/>
              <a:defRPr/>
            </a:pPr>
            <a:r>
              <a:rPr lang="en-US" altLang="zh-CN" sz="2400" b="0" dirty="0">
                <a:solidFill>
                  <a:schemeClr val="tx1"/>
                </a:solidFill>
                <a:latin typeface="Times New Roman" panose="02020603050405020304" pitchFamily="18" charset="0"/>
              </a:rPr>
              <a:t>bool </a:t>
            </a:r>
            <a:r>
              <a:rPr lang="en-US" altLang="zh-CN" sz="2400" b="0" dirty="0" err="1">
                <a:solidFill>
                  <a:schemeClr val="tx1"/>
                </a:solidFill>
                <a:latin typeface="Times New Roman" panose="02020603050405020304" pitchFamily="18" charset="0"/>
              </a:rPr>
              <a:t>isPalindrome</a:t>
            </a:r>
            <a:r>
              <a:rPr lang="en-US" altLang="zh-CN" sz="2400" b="0" dirty="0">
                <a:solidFill>
                  <a:schemeClr val="tx1"/>
                </a:solidFill>
                <a:latin typeface="Times New Roman" panose="02020603050405020304" pitchFamily="18" charset="0"/>
              </a:rPr>
              <a:t>(const char * const s, int low, int high){</a:t>
            </a:r>
          </a:p>
          <a:p>
            <a:pPr>
              <a:spcBef>
                <a:spcPct val="0"/>
              </a:spcBef>
              <a:buClrTx/>
              <a:buFontTx/>
              <a:buNone/>
              <a:defRPr/>
            </a:pPr>
            <a:r>
              <a:rPr lang="en-US" altLang="zh-CN" sz="2400" b="0" dirty="0">
                <a:solidFill>
                  <a:schemeClr val="tx1"/>
                </a:solidFill>
                <a:latin typeface="Times New Roman" panose="02020603050405020304" pitchFamily="18" charset="0"/>
              </a:rPr>
              <a:t>	if (high &lt;= low) //Base case</a:t>
            </a:r>
          </a:p>
          <a:p>
            <a:pPr>
              <a:spcBef>
                <a:spcPct val="0"/>
              </a:spcBef>
              <a:buClrTx/>
              <a:buFontTx/>
              <a:buNone/>
              <a:defRPr/>
            </a:pPr>
            <a:r>
              <a:rPr lang="en-US" altLang="zh-CN" sz="2400" b="0" dirty="0">
                <a:solidFill>
                  <a:schemeClr val="tx1"/>
                </a:solidFill>
                <a:latin typeface="Times New Roman" panose="02020603050405020304" pitchFamily="18" charset="0"/>
              </a:rPr>
              <a:t>		return true;</a:t>
            </a:r>
          </a:p>
          <a:p>
            <a:pPr>
              <a:spcBef>
                <a:spcPct val="0"/>
              </a:spcBef>
              <a:buClrTx/>
              <a:buFontTx/>
              <a:buNone/>
              <a:defRPr/>
            </a:pPr>
            <a:r>
              <a:rPr lang="en-US" altLang="zh-CN" sz="2400" b="0" dirty="0">
                <a:solidFill>
                  <a:schemeClr val="tx1"/>
                </a:solidFill>
                <a:latin typeface="Times New Roman" panose="02020603050405020304" pitchFamily="18" charset="0"/>
              </a:rPr>
              <a:t>	else if (s[low] != s[high]) //Base case</a:t>
            </a:r>
          </a:p>
          <a:p>
            <a:pPr>
              <a:spcBef>
                <a:spcPct val="0"/>
              </a:spcBef>
              <a:buClrTx/>
              <a:buFontTx/>
              <a:buNone/>
              <a:defRPr/>
            </a:pPr>
            <a:r>
              <a:rPr lang="en-US" altLang="zh-CN" sz="2400" b="0" dirty="0">
                <a:solidFill>
                  <a:schemeClr val="tx1"/>
                </a:solidFill>
                <a:latin typeface="Times New Roman" panose="02020603050405020304" pitchFamily="18" charset="0"/>
              </a:rPr>
              <a:t>		return false;</a:t>
            </a:r>
          </a:p>
          <a:p>
            <a:pPr>
              <a:spcBef>
                <a:spcPct val="0"/>
              </a:spcBef>
              <a:buClrTx/>
              <a:buFontTx/>
              <a:buNone/>
              <a:defRPr/>
            </a:pPr>
            <a:r>
              <a:rPr lang="en-US" altLang="zh-CN" sz="2400" b="0" dirty="0">
                <a:solidFill>
                  <a:schemeClr val="tx1"/>
                </a:solidFill>
                <a:latin typeface="Times New Roman" panose="02020603050405020304" pitchFamily="18" charset="0"/>
              </a:rPr>
              <a:t>	else return ________;</a:t>
            </a:r>
          </a:p>
          <a:p>
            <a:pPr>
              <a:spcBef>
                <a:spcPct val="0"/>
              </a:spcBef>
              <a:buClrTx/>
              <a:buFontTx/>
              <a:buNone/>
              <a:defRPr/>
            </a:pPr>
            <a:r>
              <a:rPr lang="en-US" altLang="zh-CN" sz="2400" b="0" dirty="0">
                <a:solidFill>
                  <a:schemeClr val="tx1"/>
                </a:solidFill>
                <a:latin typeface="Times New Roman" panose="02020603050405020304" pitchFamily="18" charset="0"/>
              </a:rPr>
              <a:t>}</a:t>
            </a:r>
          </a:p>
          <a:p>
            <a:pPr>
              <a:spcBef>
                <a:spcPct val="0"/>
              </a:spcBef>
              <a:buClrTx/>
              <a:buFontTx/>
              <a:buNone/>
              <a:defRPr/>
            </a:pPr>
            <a:endParaRPr lang="en-US" altLang="zh-CN" sz="2400" dirty="0">
              <a:solidFill>
                <a:schemeClr val="tx1"/>
              </a:solidFill>
              <a:latin typeface="Times New Roman" panose="02020603050405020304" pitchFamily="18" charset="0"/>
            </a:endParaRPr>
          </a:p>
          <a:p>
            <a:pPr marL="457200" indent="-457200">
              <a:spcBef>
                <a:spcPct val="0"/>
              </a:spcBef>
              <a:buClrTx/>
              <a:buFontTx/>
              <a:buAutoNum type="alphaUcPeriod"/>
              <a:defRPr/>
            </a:pPr>
            <a:r>
              <a:rPr lang="en-US" altLang="zh-CN" sz="2400" dirty="0" err="1">
                <a:solidFill>
                  <a:schemeClr val="tx1"/>
                </a:solidFill>
                <a:latin typeface="Times New Roman" panose="02020603050405020304" pitchFamily="18" charset="0"/>
              </a:rPr>
              <a:t>isPalindrome</a:t>
            </a:r>
            <a:r>
              <a:rPr lang="en-US" altLang="zh-CN" sz="2400" dirty="0">
                <a:solidFill>
                  <a:schemeClr val="tx1"/>
                </a:solidFill>
                <a:latin typeface="Times New Roman" panose="02020603050405020304" pitchFamily="18" charset="0"/>
              </a:rPr>
              <a:t>(s, low, high);</a:t>
            </a:r>
          </a:p>
          <a:p>
            <a:pPr marL="457200" indent="-457200">
              <a:spcBef>
                <a:spcPct val="0"/>
              </a:spcBef>
              <a:buClrTx/>
              <a:buFontTx/>
              <a:buAutoNum type="alphaUcPeriod"/>
              <a:defRPr/>
            </a:pPr>
            <a:r>
              <a:rPr lang="en-US" altLang="zh-CN" sz="2400" dirty="0" err="1">
                <a:solidFill>
                  <a:schemeClr val="tx1"/>
                </a:solidFill>
                <a:latin typeface="Times New Roman" panose="02020603050405020304" pitchFamily="18" charset="0"/>
              </a:rPr>
              <a:t>isPalindrome</a:t>
            </a:r>
            <a:r>
              <a:rPr lang="en-US" altLang="zh-CN" sz="2400" dirty="0">
                <a:solidFill>
                  <a:schemeClr val="tx1"/>
                </a:solidFill>
                <a:latin typeface="Times New Roman" panose="02020603050405020304" pitchFamily="18" charset="0"/>
              </a:rPr>
              <a:t>(s, low+1, high);</a:t>
            </a:r>
          </a:p>
          <a:p>
            <a:pPr marL="457200" indent="-457200">
              <a:spcBef>
                <a:spcPct val="0"/>
              </a:spcBef>
              <a:buClrTx/>
              <a:buFontTx/>
              <a:buAutoNum type="alphaUcPeriod"/>
              <a:defRPr/>
            </a:pPr>
            <a:r>
              <a:rPr lang="en-US" altLang="zh-CN" sz="2400" dirty="0" err="1">
                <a:solidFill>
                  <a:schemeClr val="tx1"/>
                </a:solidFill>
                <a:latin typeface="Times New Roman" panose="02020603050405020304" pitchFamily="18" charset="0"/>
              </a:rPr>
              <a:t>isPalindrome</a:t>
            </a:r>
            <a:r>
              <a:rPr lang="en-US" altLang="zh-CN" sz="2400" dirty="0">
                <a:solidFill>
                  <a:schemeClr val="tx1"/>
                </a:solidFill>
                <a:latin typeface="Times New Roman" panose="02020603050405020304" pitchFamily="18" charset="0"/>
              </a:rPr>
              <a:t>(s, low, high-1);</a:t>
            </a:r>
          </a:p>
          <a:p>
            <a:pPr marL="457200" indent="-457200">
              <a:spcBef>
                <a:spcPct val="0"/>
              </a:spcBef>
              <a:buClrTx/>
              <a:buFontTx/>
              <a:buAutoNum type="alphaUcPeriod"/>
              <a:defRPr/>
            </a:pPr>
            <a:r>
              <a:rPr lang="en-US" altLang="zh-CN" sz="2400" dirty="0" err="1">
                <a:solidFill>
                  <a:schemeClr val="tx1"/>
                </a:solidFill>
                <a:latin typeface="Times New Roman" panose="02020603050405020304" pitchFamily="18" charset="0"/>
              </a:rPr>
              <a:t>isPalindrome</a:t>
            </a:r>
            <a:r>
              <a:rPr lang="en-US" altLang="zh-CN" sz="2400" dirty="0">
                <a:solidFill>
                  <a:schemeClr val="tx1"/>
                </a:solidFill>
                <a:latin typeface="Times New Roman" panose="02020603050405020304" pitchFamily="18" charset="0"/>
              </a:rPr>
              <a:t>(s, low+1, high-1);</a:t>
            </a: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灯片编号占位符 3">
            <a:extLst>
              <a:ext uri="{FF2B5EF4-FFF2-40B4-BE49-F238E27FC236}">
                <a16:creationId xmlns:a16="http://schemas.microsoft.com/office/drawing/2014/main" id="{9D4237DC-D8DD-1BFE-3811-D66AC84CDEE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fld id="{323A59D8-DBEA-8C4A-B7BB-FDD3692CC460}" type="slidenum">
              <a:rPr lang="en-US" altLang="zh-CN" sz="1600" b="0" smtClean="0">
                <a:solidFill>
                  <a:schemeClr val="tx1"/>
                </a:solidFill>
                <a:latin typeface="Lucida Sans Unicode" panose="020B0602030504020204" pitchFamily="34" charset="0"/>
                <a:ea typeface="宋体" panose="02010600030101010101" pitchFamily="2" charset="-122"/>
              </a:rPr>
              <a:pPr>
                <a:spcBef>
                  <a:spcPct val="0"/>
                </a:spcBef>
                <a:buClrTx/>
                <a:buFontTx/>
                <a:buNone/>
              </a:pPr>
              <a:t>31</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91138" name="矩形 4">
            <a:extLst>
              <a:ext uri="{FF2B5EF4-FFF2-40B4-BE49-F238E27FC236}">
                <a16:creationId xmlns:a16="http://schemas.microsoft.com/office/drawing/2014/main" id="{5E5EB148-F6CC-A6D4-A9E2-EC50DE612B43}"/>
              </a:ext>
            </a:extLst>
          </p:cNvPr>
          <p:cNvSpPr>
            <a:spLocks noChangeArrowheads="1"/>
          </p:cNvSpPr>
          <p:nvPr/>
        </p:nvSpPr>
        <p:spPr bwMode="auto">
          <a:xfrm>
            <a:off x="241185" y="1340768"/>
            <a:ext cx="4608512"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r>
              <a:rPr lang="en-US" altLang="zh-CN" sz="2000" i="0" u="none" strike="noStrike" dirty="0">
                <a:solidFill>
                  <a:srgbClr val="2A2B2E"/>
                </a:solidFill>
                <a:effectLst/>
                <a:latin typeface="+mj-lt"/>
                <a:ea typeface="PingFang SC" panose="020B0400000000000000" pitchFamily="34" charset="-122"/>
              </a:rPr>
              <a:t>Description</a:t>
            </a:r>
          </a:p>
          <a:p>
            <a:pPr>
              <a:spcBef>
                <a:spcPct val="0"/>
              </a:spcBef>
              <a:buClrTx/>
              <a:buFontTx/>
              <a:buNone/>
            </a:pPr>
            <a:r>
              <a:rPr lang="en-US" altLang="zh-CN" sz="2000" b="0" i="0" u="none" strike="noStrike" dirty="0">
                <a:solidFill>
                  <a:srgbClr val="2A2B2E"/>
                </a:solidFill>
                <a:effectLst/>
                <a:latin typeface="+mj-lt"/>
                <a:ea typeface="PingFang SC" panose="020B0400000000000000" pitchFamily="34" charset="-122"/>
              </a:rPr>
              <a:t>Find the greatest common divisor of two numbers. </a:t>
            </a:r>
          </a:p>
          <a:p>
            <a:pPr>
              <a:spcBef>
                <a:spcPct val="0"/>
              </a:spcBef>
              <a:buClrTx/>
              <a:buNone/>
            </a:pPr>
            <a:r>
              <a:rPr lang="en-US" altLang="zh-CN" sz="2000" b="0" i="0" u="none" strike="noStrike" dirty="0">
                <a:solidFill>
                  <a:srgbClr val="2A2B2E"/>
                </a:solidFill>
                <a:effectLst/>
                <a:latin typeface="+mj-lt"/>
                <a:ea typeface="PingFang SC" panose="020B0400000000000000" pitchFamily="34" charset="-122"/>
              </a:rPr>
              <a:t>You are asked to use recursive definition.</a:t>
            </a:r>
          </a:p>
          <a:p>
            <a:pPr>
              <a:spcBef>
                <a:spcPct val="0"/>
              </a:spcBef>
              <a:buClrTx/>
              <a:buFontTx/>
              <a:buNone/>
            </a:pPr>
            <a:endParaRPr lang="zh-CN" altLang="en-US" sz="2000" b="0" dirty="0">
              <a:solidFill>
                <a:schemeClr val="tx1"/>
              </a:solidFill>
              <a:latin typeface="+mj-lt"/>
              <a:ea typeface="微软雅黑" panose="020B0503020204020204" pitchFamily="34" charset="-122"/>
            </a:endParaRPr>
          </a:p>
          <a:p>
            <a:pPr>
              <a:spcBef>
                <a:spcPct val="0"/>
              </a:spcBef>
              <a:buClrTx/>
              <a:buFontTx/>
              <a:buNone/>
            </a:pPr>
            <a:r>
              <a:rPr lang="en-US" altLang="zh-CN" sz="2000" dirty="0">
                <a:solidFill>
                  <a:schemeClr val="tx1"/>
                </a:solidFill>
                <a:latin typeface="+mj-lt"/>
                <a:ea typeface="微软雅黑" panose="020B0503020204020204" pitchFamily="34" charset="-122"/>
              </a:rPr>
              <a:t>Input</a:t>
            </a:r>
          </a:p>
          <a:p>
            <a:pPr>
              <a:spcBef>
                <a:spcPct val="0"/>
              </a:spcBef>
              <a:buClrTx/>
              <a:buFontTx/>
              <a:buNone/>
            </a:pPr>
            <a:r>
              <a:rPr lang="en-US" altLang="zh-CN" sz="2000" b="0" dirty="0">
                <a:solidFill>
                  <a:srgbClr val="333333"/>
                </a:solidFill>
                <a:latin typeface="+mj-lt"/>
                <a:ea typeface="微软雅黑" panose="020B0503020204020204" pitchFamily="34" charset="-122"/>
              </a:rPr>
              <a:t>The</a:t>
            </a:r>
            <a:r>
              <a:rPr lang="zh-CN" altLang="en-US" sz="2000" b="0" dirty="0">
                <a:solidFill>
                  <a:srgbClr val="333333"/>
                </a:solidFill>
                <a:latin typeface="+mj-lt"/>
                <a:ea typeface="微软雅黑" panose="020B0503020204020204" pitchFamily="34" charset="-122"/>
              </a:rPr>
              <a:t> </a:t>
            </a:r>
            <a:r>
              <a:rPr lang="en-US" altLang="zh-CN" sz="2000" b="0" dirty="0">
                <a:solidFill>
                  <a:srgbClr val="333333"/>
                </a:solidFill>
                <a:latin typeface="+mj-lt"/>
                <a:ea typeface="微软雅黑" panose="020B0503020204020204" pitchFamily="34" charset="-122"/>
              </a:rPr>
              <a:t>input data contains multiple test instances. Each set of data takes up a row with two positive integers </a:t>
            </a:r>
            <a:r>
              <a:rPr lang="en-US" altLang="zh-CN" sz="2000" dirty="0">
                <a:solidFill>
                  <a:srgbClr val="333333"/>
                </a:solidFill>
                <a:latin typeface="+mj-lt"/>
                <a:ea typeface="微软雅黑" panose="020B0503020204020204" pitchFamily="34" charset="-122"/>
              </a:rPr>
              <a:t>n</a:t>
            </a:r>
            <a:r>
              <a:rPr lang="en-US" altLang="zh-CN" sz="2000" b="0" dirty="0">
                <a:solidFill>
                  <a:srgbClr val="333333"/>
                </a:solidFill>
                <a:latin typeface="+mj-lt"/>
                <a:ea typeface="微软雅黑" panose="020B0503020204020204" pitchFamily="34" charset="-122"/>
              </a:rPr>
              <a:t> and </a:t>
            </a:r>
            <a:r>
              <a:rPr lang="en-US" altLang="zh-CN" sz="2000" dirty="0">
                <a:solidFill>
                  <a:srgbClr val="333333"/>
                </a:solidFill>
                <a:latin typeface="+mj-lt"/>
                <a:ea typeface="微软雅黑" panose="020B0503020204020204" pitchFamily="34" charset="-122"/>
              </a:rPr>
              <a:t>m</a:t>
            </a:r>
            <a:r>
              <a:rPr lang="en-US" altLang="zh-CN" sz="2000" b="0" dirty="0">
                <a:solidFill>
                  <a:srgbClr val="333333"/>
                </a:solidFill>
                <a:latin typeface="+mj-lt"/>
                <a:ea typeface="微软雅黑" panose="020B0503020204020204" pitchFamily="34" charset="-122"/>
              </a:rPr>
              <a:t> in each row. The</a:t>
            </a:r>
            <a:r>
              <a:rPr lang="zh-CN" altLang="en-US" sz="2000" b="0" dirty="0">
                <a:solidFill>
                  <a:srgbClr val="333333"/>
                </a:solidFill>
                <a:latin typeface="+mj-lt"/>
                <a:ea typeface="微软雅黑" panose="020B0503020204020204" pitchFamily="34" charset="-122"/>
              </a:rPr>
              <a:t> </a:t>
            </a:r>
            <a:r>
              <a:rPr lang="en-US" altLang="zh-CN" sz="2000" b="0" dirty="0">
                <a:solidFill>
                  <a:srgbClr val="333333"/>
                </a:solidFill>
                <a:latin typeface="+mj-lt"/>
                <a:ea typeface="微软雅黑" panose="020B0503020204020204" pitchFamily="34" charset="-122"/>
              </a:rPr>
              <a:t>input</a:t>
            </a:r>
            <a:r>
              <a:rPr lang="zh-CN" altLang="en-US" sz="2000" b="0" dirty="0">
                <a:solidFill>
                  <a:srgbClr val="333333"/>
                </a:solidFill>
                <a:latin typeface="+mj-lt"/>
                <a:ea typeface="微软雅黑" panose="020B0503020204020204" pitchFamily="34" charset="-122"/>
              </a:rPr>
              <a:t> </a:t>
            </a:r>
            <a:r>
              <a:rPr lang="en-US" altLang="zh-CN" sz="2000" b="0" dirty="0">
                <a:solidFill>
                  <a:srgbClr val="333333"/>
                </a:solidFill>
                <a:latin typeface="+mj-lt"/>
                <a:ea typeface="微软雅黑" panose="020B0503020204020204" pitchFamily="34" charset="-122"/>
              </a:rPr>
              <a:t>ends</a:t>
            </a:r>
            <a:r>
              <a:rPr lang="zh-CN" altLang="en-US" sz="2000" b="0" dirty="0">
                <a:solidFill>
                  <a:srgbClr val="333333"/>
                </a:solidFill>
                <a:latin typeface="+mj-lt"/>
                <a:ea typeface="微软雅黑" panose="020B0503020204020204" pitchFamily="34" charset="-122"/>
              </a:rPr>
              <a:t> </a:t>
            </a:r>
            <a:r>
              <a:rPr lang="en-US" altLang="zh-CN" sz="2000" b="0" dirty="0">
                <a:solidFill>
                  <a:srgbClr val="333333"/>
                </a:solidFill>
                <a:latin typeface="+mj-lt"/>
                <a:ea typeface="微软雅黑" panose="020B0503020204020204" pitchFamily="34" charset="-122"/>
              </a:rPr>
              <a:t>with</a:t>
            </a:r>
            <a:r>
              <a:rPr lang="zh-CN" altLang="en-US" sz="2000" b="0" dirty="0">
                <a:solidFill>
                  <a:srgbClr val="333333"/>
                </a:solidFill>
                <a:latin typeface="+mj-lt"/>
                <a:ea typeface="微软雅黑" panose="020B0503020204020204" pitchFamily="34" charset="-122"/>
              </a:rPr>
              <a:t> </a:t>
            </a:r>
            <a:r>
              <a:rPr lang="en-US" altLang="zh-CN" sz="2000" dirty="0">
                <a:solidFill>
                  <a:srgbClr val="333333"/>
                </a:solidFill>
                <a:latin typeface="+mj-lt"/>
                <a:ea typeface="微软雅黑" panose="020B0503020204020204" pitchFamily="34" charset="-122"/>
              </a:rPr>
              <a:t>0</a:t>
            </a:r>
            <a:r>
              <a:rPr lang="zh-CN" altLang="en-US" sz="2000" dirty="0">
                <a:solidFill>
                  <a:srgbClr val="333333"/>
                </a:solidFill>
                <a:latin typeface="+mj-lt"/>
                <a:ea typeface="微软雅黑" panose="020B0503020204020204" pitchFamily="34" charset="-122"/>
              </a:rPr>
              <a:t> </a:t>
            </a:r>
            <a:r>
              <a:rPr lang="en-US" altLang="zh-CN" sz="2000" dirty="0">
                <a:solidFill>
                  <a:srgbClr val="333333"/>
                </a:solidFill>
                <a:latin typeface="+mj-lt"/>
                <a:ea typeface="微软雅黑" panose="020B0503020204020204" pitchFamily="34" charset="-122"/>
              </a:rPr>
              <a:t>0</a:t>
            </a:r>
            <a:r>
              <a:rPr lang="en-US" altLang="zh-CN" sz="2000" b="0" dirty="0">
                <a:solidFill>
                  <a:srgbClr val="333333"/>
                </a:solidFill>
                <a:latin typeface="+mj-lt"/>
                <a:ea typeface="微软雅黑" panose="020B0503020204020204" pitchFamily="34" charset="-122"/>
              </a:rPr>
              <a:t>.</a:t>
            </a:r>
          </a:p>
          <a:p>
            <a:pPr>
              <a:spcBef>
                <a:spcPct val="0"/>
              </a:spcBef>
              <a:buClrTx/>
              <a:buFontTx/>
              <a:buNone/>
            </a:pPr>
            <a:endParaRPr lang="en-US" altLang="zh-CN" sz="2000" dirty="0">
              <a:solidFill>
                <a:schemeClr val="tx1"/>
              </a:solidFill>
              <a:latin typeface="+mj-lt"/>
              <a:ea typeface="微软雅黑" panose="020B0503020204020204" pitchFamily="34" charset="-122"/>
            </a:endParaRPr>
          </a:p>
          <a:p>
            <a:pPr>
              <a:spcBef>
                <a:spcPct val="0"/>
              </a:spcBef>
              <a:buClrTx/>
              <a:buFontTx/>
              <a:buNone/>
            </a:pPr>
            <a:r>
              <a:rPr lang="en-US" altLang="zh-CN" sz="2000" dirty="0">
                <a:solidFill>
                  <a:schemeClr val="tx1"/>
                </a:solidFill>
                <a:latin typeface="+mj-lt"/>
                <a:ea typeface="微软雅黑" panose="020B0503020204020204" pitchFamily="34" charset="-122"/>
              </a:rPr>
              <a:t>Output</a:t>
            </a:r>
            <a:r>
              <a:rPr lang="zh-CN" altLang="en-US" sz="2000" dirty="0">
                <a:solidFill>
                  <a:schemeClr val="tx1"/>
                </a:solidFill>
                <a:latin typeface="+mj-lt"/>
                <a:ea typeface="微软雅黑" panose="020B0503020204020204" pitchFamily="34" charset="-122"/>
              </a:rPr>
              <a:t> </a:t>
            </a:r>
          </a:p>
          <a:p>
            <a:pPr>
              <a:spcBef>
                <a:spcPct val="0"/>
              </a:spcBef>
              <a:buClrTx/>
              <a:buFontTx/>
              <a:buNone/>
            </a:pPr>
            <a:r>
              <a:rPr lang="en-US" altLang="zh-CN" sz="2000" b="0" dirty="0">
                <a:solidFill>
                  <a:schemeClr val="tx1"/>
                </a:solidFill>
                <a:latin typeface="+mj-lt"/>
                <a:ea typeface="微软雅黑" panose="020B0503020204020204" pitchFamily="34" charset="-122"/>
              </a:rPr>
              <a:t>For each set of input samples, output a number that is their greatest common divisor.</a:t>
            </a:r>
            <a:endParaRPr lang="zh-CN" altLang="en-US" sz="2000" b="0" dirty="0">
              <a:solidFill>
                <a:schemeClr val="tx1"/>
              </a:solidFill>
              <a:latin typeface="+mj-lt"/>
              <a:ea typeface="微软雅黑" panose="020B0503020204020204" pitchFamily="34" charset="-122"/>
            </a:endParaRPr>
          </a:p>
        </p:txBody>
      </p:sp>
      <p:sp>
        <p:nvSpPr>
          <p:cNvPr id="91139" name="矩形 10">
            <a:extLst>
              <a:ext uri="{FF2B5EF4-FFF2-40B4-BE49-F238E27FC236}">
                <a16:creationId xmlns:a16="http://schemas.microsoft.com/office/drawing/2014/main" id="{9E374081-FFA8-A28D-F586-ADF74D9344A6}"/>
              </a:ext>
            </a:extLst>
          </p:cNvPr>
          <p:cNvSpPr>
            <a:spLocks noChangeArrowheads="1"/>
          </p:cNvSpPr>
          <p:nvPr/>
        </p:nvSpPr>
        <p:spPr bwMode="auto">
          <a:xfrm>
            <a:off x="5040052" y="1338282"/>
            <a:ext cx="3687762"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a:ea typeface="楷体_GB2312"/>
                <a:cs typeface="楷体_GB2312"/>
              </a:defRPr>
            </a:lvl1pPr>
            <a:lvl2pPr marL="742950" indent="-285750">
              <a:spcBef>
                <a:spcPct val="20000"/>
              </a:spcBef>
              <a:buClr>
                <a:schemeClr val="accent1"/>
              </a:buClr>
              <a:buFont typeface="Wingdings" pitchFamily="2" charset="2"/>
              <a:buChar char="l"/>
              <a:defRPr sz="2800" b="1">
                <a:solidFill>
                  <a:srgbClr val="000099"/>
                </a:solidFill>
                <a:latin typeface="楷体_GB2312"/>
                <a:ea typeface="楷体_GB2312"/>
                <a:cs typeface="楷体_GB2312"/>
              </a:defRPr>
            </a:lvl2pPr>
            <a:lvl3pPr marL="1143000" indent="-228600">
              <a:spcBef>
                <a:spcPct val="20000"/>
              </a:spcBef>
              <a:buClr>
                <a:srgbClr val="0033CC"/>
              </a:buClr>
              <a:buChar char="•"/>
              <a:defRPr sz="2400" b="1">
                <a:solidFill>
                  <a:srgbClr val="000099"/>
                </a:solidFill>
                <a:latin typeface="楷体_GB2312"/>
                <a:ea typeface="楷体_GB2312"/>
                <a:cs typeface="楷体_GB2312"/>
              </a:defRPr>
            </a:lvl3pPr>
            <a:lvl4pPr marL="1600200" indent="-228600">
              <a:spcBef>
                <a:spcPct val="20000"/>
              </a:spcBef>
              <a:buChar char="–"/>
              <a:defRPr sz="2000" b="1">
                <a:solidFill>
                  <a:srgbClr val="000099"/>
                </a:solidFill>
                <a:latin typeface="楷体_GB2312"/>
                <a:ea typeface="楷体_GB2312"/>
                <a:cs typeface="楷体_GB2312"/>
              </a:defRPr>
            </a:lvl4pPr>
            <a:lvl5pPr marL="2057400" indent="-228600">
              <a:spcBef>
                <a:spcPct val="20000"/>
              </a:spcBef>
              <a:buChar char="»"/>
              <a:defRPr sz="2000" b="1">
                <a:solidFill>
                  <a:srgbClr val="000099"/>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rgbClr val="000099"/>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rgbClr val="000099"/>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rgbClr val="000099"/>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rgbClr val="000099"/>
                </a:solidFill>
                <a:latin typeface="楷体_GB2312"/>
                <a:ea typeface="楷体_GB2312"/>
                <a:cs typeface="楷体_GB2312"/>
              </a:defRPr>
            </a:lvl9pPr>
          </a:lstStyle>
          <a:p>
            <a:pPr>
              <a:spcBef>
                <a:spcPct val="0"/>
              </a:spcBef>
              <a:buClrTx/>
              <a:buFontTx/>
              <a:buNone/>
            </a:pPr>
            <a:r>
              <a:rPr lang="en-US" altLang="zh-CN" sz="2000" dirty="0">
                <a:solidFill>
                  <a:schemeClr val="tx1"/>
                </a:solidFill>
                <a:latin typeface="Times New Roman" panose="02020603050405020304" pitchFamily="18" charset="0"/>
                <a:ea typeface="微软雅黑" panose="020B0503020204020204" pitchFamily="34" charset="-122"/>
              </a:rPr>
              <a:t>Sample input</a:t>
            </a:r>
          </a:p>
          <a:p>
            <a:pPr>
              <a:spcBef>
                <a:spcPct val="0"/>
              </a:spcBef>
              <a:buClrTx/>
              <a:buFontTx/>
              <a:buNone/>
            </a:pPr>
            <a:endParaRPr lang="en-US" altLang="zh-CN" sz="2000" b="0" dirty="0">
              <a:solidFill>
                <a:schemeClr val="tx1"/>
              </a:solidFill>
              <a:latin typeface="Times New Roman" panose="02020603050405020304" pitchFamily="18" charset="0"/>
              <a:ea typeface="微软雅黑" panose="020B0503020204020204" pitchFamily="34" charset="-122"/>
            </a:endParaRPr>
          </a:p>
          <a:p>
            <a:pPr>
              <a:spcBef>
                <a:spcPct val="0"/>
              </a:spcBef>
              <a:buClrTx/>
              <a:buFontTx/>
              <a:buNone/>
            </a:pPr>
            <a:r>
              <a:rPr lang="en-US" altLang="zh-CN" sz="2000" b="0" dirty="0">
                <a:solidFill>
                  <a:schemeClr val="tx1"/>
                </a:solidFill>
                <a:latin typeface="Times New Roman" panose="02020603050405020304" pitchFamily="18" charset="0"/>
                <a:ea typeface="微软雅黑" panose="020B0503020204020204" pitchFamily="34" charset="-122"/>
              </a:rPr>
              <a:t>15 5</a:t>
            </a:r>
          </a:p>
          <a:p>
            <a:pPr>
              <a:spcBef>
                <a:spcPct val="0"/>
              </a:spcBef>
              <a:buClrTx/>
              <a:buFontTx/>
              <a:buNone/>
            </a:pPr>
            <a:r>
              <a:rPr lang="en-US" altLang="zh-CN" sz="2000" b="0" dirty="0">
                <a:solidFill>
                  <a:schemeClr val="tx1"/>
                </a:solidFill>
                <a:latin typeface="Times New Roman" panose="02020603050405020304" pitchFamily="18" charset="0"/>
                <a:ea typeface="微软雅黑" panose="020B0503020204020204" pitchFamily="34" charset="-122"/>
              </a:rPr>
              <a:t>20 3</a:t>
            </a:r>
          </a:p>
          <a:p>
            <a:pPr>
              <a:spcBef>
                <a:spcPct val="0"/>
              </a:spcBef>
              <a:buClrTx/>
              <a:buFontTx/>
              <a:buNone/>
            </a:pPr>
            <a:r>
              <a:rPr lang="en-US" altLang="zh-CN" sz="2000" b="0" dirty="0">
                <a:solidFill>
                  <a:schemeClr val="tx1"/>
                </a:solidFill>
                <a:latin typeface="Times New Roman" panose="02020603050405020304" pitchFamily="18" charset="0"/>
                <a:ea typeface="微软雅黑" panose="020B0503020204020204" pitchFamily="34" charset="-122"/>
              </a:rPr>
              <a:t>65 13</a:t>
            </a:r>
          </a:p>
          <a:p>
            <a:pPr>
              <a:spcBef>
                <a:spcPct val="0"/>
              </a:spcBef>
              <a:buClrTx/>
              <a:buFontTx/>
              <a:buNone/>
            </a:pPr>
            <a:r>
              <a:rPr lang="en-US" altLang="zh-CN" sz="2000" b="0" dirty="0">
                <a:solidFill>
                  <a:schemeClr val="tx1"/>
                </a:solidFill>
                <a:latin typeface="Times New Roman" panose="02020603050405020304" pitchFamily="18" charset="0"/>
                <a:ea typeface="微软雅黑" panose="020B0503020204020204" pitchFamily="34" charset="-122"/>
              </a:rPr>
              <a:t>0 0</a:t>
            </a:r>
          </a:p>
          <a:p>
            <a:pPr>
              <a:spcBef>
                <a:spcPct val="0"/>
              </a:spcBef>
              <a:buClrTx/>
              <a:buFontTx/>
              <a:buNone/>
            </a:pPr>
            <a:endParaRPr lang="en-US" altLang="zh-CN" sz="2000" b="0" dirty="0">
              <a:solidFill>
                <a:schemeClr val="tx1"/>
              </a:solidFill>
              <a:latin typeface="Times New Roman" panose="02020603050405020304" pitchFamily="18" charset="0"/>
              <a:ea typeface="微软雅黑" panose="020B0503020204020204" pitchFamily="34" charset="-122"/>
            </a:endParaRPr>
          </a:p>
          <a:p>
            <a:pPr>
              <a:spcBef>
                <a:spcPct val="0"/>
              </a:spcBef>
              <a:buClrTx/>
              <a:buFontTx/>
              <a:buNone/>
            </a:pPr>
            <a:r>
              <a:rPr lang="en-US" altLang="zh-CN" sz="2000" dirty="0">
                <a:solidFill>
                  <a:schemeClr val="tx1"/>
                </a:solidFill>
                <a:latin typeface="Times New Roman" panose="02020603050405020304" pitchFamily="18" charset="0"/>
                <a:ea typeface="微软雅黑" panose="020B0503020204020204" pitchFamily="34" charset="-122"/>
              </a:rPr>
              <a:t>Sample output</a:t>
            </a:r>
          </a:p>
          <a:p>
            <a:pPr>
              <a:spcBef>
                <a:spcPct val="0"/>
              </a:spcBef>
              <a:buClrTx/>
              <a:buFontTx/>
              <a:buNone/>
            </a:pPr>
            <a:endParaRPr lang="en-US" altLang="zh-CN" sz="2000" b="0" dirty="0">
              <a:solidFill>
                <a:schemeClr val="tx1"/>
              </a:solidFill>
              <a:latin typeface="Times New Roman" panose="02020603050405020304" pitchFamily="18" charset="0"/>
              <a:ea typeface="微软雅黑" panose="020B0503020204020204" pitchFamily="34" charset="-122"/>
            </a:endParaRPr>
          </a:p>
          <a:p>
            <a:pPr>
              <a:spcBef>
                <a:spcPct val="0"/>
              </a:spcBef>
              <a:buClrTx/>
              <a:buFontTx/>
              <a:buNone/>
            </a:pPr>
            <a:r>
              <a:rPr lang="en-US" altLang="zh-CN" sz="2000" b="0" dirty="0">
                <a:solidFill>
                  <a:schemeClr val="tx1"/>
                </a:solidFill>
                <a:latin typeface="Times New Roman" panose="02020603050405020304" pitchFamily="18" charset="0"/>
                <a:ea typeface="微软雅黑" panose="020B0503020204020204" pitchFamily="34" charset="-122"/>
              </a:rPr>
              <a:t>5</a:t>
            </a:r>
          </a:p>
          <a:p>
            <a:pPr>
              <a:spcBef>
                <a:spcPct val="0"/>
              </a:spcBef>
              <a:buClrTx/>
              <a:buFontTx/>
              <a:buNone/>
            </a:pPr>
            <a:r>
              <a:rPr lang="en-US" altLang="zh-CN" sz="2000" b="0" dirty="0">
                <a:solidFill>
                  <a:schemeClr val="tx1"/>
                </a:solidFill>
                <a:latin typeface="Times New Roman" panose="02020603050405020304" pitchFamily="18" charset="0"/>
                <a:ea typeface="微软雅黑" panose="020B0503020204020204" pitchFamily="34" charset="-122"/>
              </a:rPr>
              <a:t>1</a:t>
            </a:r>
          </a:p>
          <a:p>
            <a:pPr>
              <a:spcBef>
                <a:spcPct val="0"/>
              </a:spcBef>
              <a:buClrTx/>
              <a:buFontTx/>
              <a:buNone/>
            </a:pPr>
            <a:r>
              <a:rPr lang="en-US" altLang="zh-CN" sz="2000" b="0" dirty="0">
                <a:solidFill>
                  <a:schemeClr val="tx1"/>
                </a:solidFill>
                <a:latin typeface="Times New Roman" panose="02020603050405020304" pitchFamily="18" charset="0"/>
                <a:ea typeface="微软雅黑" panose="020B0503020204020204" pitchFamily="34" charset="-122"/>
              </a:rPr>
              <a:t>13</a:t>
            </a:r>
          </a:p>
          <a:p>
            <a:pPr>
              <a:spcBef>
                <a:spcPct val="0"/>
              </a:spcBef>
              <a:buClrTx/>
              <a:buFontTx/>
              <a:buNone/>
            </a:pPr>
            <a:endParaRPr lang="en-US" altLang="zh-CN" sz="2000" b="0" dirty="0">
              <a:solidFill>
                <a:schemeClr val="tx1"/>
              </a:solidFill>
              <a:latin typeface="Times New Roman" panose="02020603050405020304" pitchFamily="18" charset="0"/>
              <a:ea typeface="微软雅黑" panose="020B0503020204020204" pitchFamily="34" charset="-122"/>
            </a:endParaRPr>
          </a:p>
          <a:p>
            <a:pPr>
              <a:spcBef>
                <a:spcPct val="0"/>
              </a:spcBef>
              <a:buClrTx/>
              <a:buFontTx/>
              <a:buNone/>
            </a:pPr>
            <a:r>
              <a:rPr lang="en-US" altLang="zh-CN" sz="2000" dirty="0">
                <a:solidFill>
                  <a:schemeClr val="tx1"/>
                </a:solidFill>
                <a:latin typeface="Times New Roman" panose="02020603050405020304" pitchFamily="18" charset="0"/>
                <a:ea typeface="微软雅黑" panose="020B0503020204020204" pitchFamily="34" charset="-122"/>
              </a:rPr>
              <a:t>Hint</a:t>
            </a:r>
          </a:p>
          <a:p>
            <a:pPr>
              <a:spcBef>
                <a:spcPct val="0"/>
              </a:spcBef>
              <a:buClrTx/>
              <a:buFontTx/>
              <a:buNone/>
            </a:pPr>
            <a:r>
              <a:rPr lang="en-US" altLang="zh-CN" sz="2000" b="0" dirty="0">
                <a:solidFill>
                  <a:schemeClr val="tx1"/>
                </a:solidFill>
                <a:latin typeface="Times New Roman" panose="02020603050405020304" pitchFamily="18" charset="0"/>
                <a:ea typeface="微软雅黑" panose="020B0503020204020204" pitchFamily="34" charset="-122"/>
              </a:rPr>
              <a:t>1&lt;=</a:t>
            </a:r>
            <a:r>
              <a:rPr lang="en-US" altLang="zh-CN" sz="2000" b="0" dirty="0" err="1">
                <a:solidFill>
                  <a:schemeClr val="tx1"/>
                </a:solidFill>
                <a:latin typeface="Times New Roman" panose="02020603050405020304" pitchFamily="18" charset="0"/>
                <a:ea typeface="微软雅黑" panose="020B0503020204020204" pitchFamily="34" charset="-122"/>
              </a:rPr>
              <a:t>n,m</a:t>
            </a:r>
            <a:r>
              <a:rPr lang="en-US" altLang="zh-CN" sz="2000" b="0" dirty="0">
                <a:solidFill>
                  <a:schemeClr val="tx1"/>
                </a:solidFill>
                <a:latin typeface="Times New Roman" panose="02020603050405020304" pitchFamily="18" charset="0"/>
                <a:ea typeface="微软雅黑" panose="020B0503020204020204" pitchFamily="34" charset="-122"/>
              </a:rPr>
              <a:t>&lt;=10</a:t>
            </a:r>
            <a:r>
              <a:rPr lang="en-US" altLang="zh-CN" sz="2000" b="0" baseline="30000" dirty="0">
                <a:solidFill>
                  <a:schemeClr val="tx1"/>
                </a:solidFill>
                <a:latin typeface="Times New Roman" panose="02020603050405020304" pitchFamily="18" charset="0"/>
                <a:ea typeface="微软雅黑" panose="020B0503020204020204" pitchFamily="34" charset="-122"/>
              </a:rPr>
              <a:t>15</a:t>
            </a:r>
            <a:r>
              <a:rPr lang="en-US" altLang="zh-CN" sz="2000" b="0" dirty="0">
                <a:solidFill>
                  <a:schemeClr val="tx1"/>
                </a:solidFill>
                <a:latin typeface="Times New Roman" panose="02020603050405020304" pitchFamily="18" charset="0"/>
                <a:ea typeface="微软雅黑" panose="020B0503020204020204" pitchFamily="34" charset="-122"/>
              </a:rPr>
              <a:t>	</a:t>
            </a:r>
          </a:p>
        </p:txBody>
      </p:sp>
      <p:sp>
        <p:nvSpPr>
          <p:cNvPr id="91140" name="标题 1">
            <a:extLst>
              <a:ext uri="{FF2B5EF4-FFF2-40B4-BE49-F238E27FC236}">
                <a16:creationId xmlns:a16="http://schemas.microsoft.com/office/drawing/2014/main" id="{3ECD3F0B-A35C-D2C2-836B-B5232942E79A}"/>
              </a:ext>
            </a:extLst>
          </p:cNvPr>
          <p:cNvSpPr>
            <a:spLocks noGrp="1" noChangeArrowheads="1"/>
          </p:cNvSpPr>
          <p:nvPr>
            <p:ph type="title"/>
          </p:nvPr>
        </p:nvSpPr>
        <p:spPr/>
        <p:txBody>
          <a:bodyPr/>
          <a:lstStyle/>
          <a:p>
            <a:r>
              <a:rPr lang="en-US" altLang="zh-CN"/>
              <a:t>Exercise</a:t>
            </a:r>
            <a:endParaRPr kumimoji="1" lang="zh-CN" altLang="en-US"/>
          </a:p>
        </p:txBody>
      </p:sp>
    </p:spTree>
  </p:cSld>
  <p:clrMapOvr>
    <a:masterClrMapping/>
  </p:clrMapOvr>
  <p:transition>
    <p:fade/>
  </p:transition>
</p:sld>
</file>

<file path=ppt/theme/theme1.xml><?xml version="1.0" encoding="utf-8"?>
<a:theme xmlns:a="http://schemas.openxmlformats.org/drawingml/2006/main" name="主题1">
  <a:themeElements>
    <a:clrScheme name="117TGp_report_diagram_v2 1">
      <a:dk1>
        <a:srgbClr val="000000"/>
      </a:dk1>
      <a:lt1>
        <a:srgbClr val="FFFFFF"/>
      </a:lt1>
      <a:dk2>
        <a:srgbClr val="000798"/>
      </a:dk2>
      <a:lt2>
        <a:srgbClr val="B2B2B2"/>
      </a:lt2>
      <a:accent1>
        <a:srgbClr val="1B33E7"/>
      </a:accent1>
      <a:accent2>
        <a:srgbClr val="6699FF"/>
      </a:accent2>
      <a:accent3>
        <a:srgbClr val="FFFFFF"/>
      </a:accent3>
      <a:accent4>
        <a:srgbClr val="000000"/>
      </a:accent4>
      <a:accent5>
        <a:srgbClr val="ABADF1"/>
      </a:accent5>
      <a:accent6>
        <a:srgbClr val="5C8AE7"/>
      </a:accent6>
      <a:hlink>
        <a:srgbClr val="99CCFF"/>
      </a:hlink>
      <a:folHlink>
        <a:srgbClr val="3366CC"/>
      </a:folHlink>
    </a:clrScheme>
    <a:fontScheme name="117TGp_report_diagram_v2">
      <a:majorFont>
        <a:latin typeface="Times New Roman"/>
        <a:ea typeface="楷体_GB2312"/>
        <a:cs typeface=""/>
      </a:majorFont>
      <a:minorFont>
        <a:latin typeface="楷体_GB2312"/>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117TGp_report_diagram_v2 1">
        <a:dk1>
          <a:srgbClr val="000000"/>
        </a:dk1>
        <a:lt1>
          <a:srgbClr val="FFFFFF"/>
        </a:lt1>
        <a:dk2>
          <a:srgbClr val="000798"/>
        </a:dk2>
        <a:lt2>
          <a:srgbClr val="B2B2B2"/>
        </a:lt2>
        <a:accent1>
          <a:srgbClr val="1B33E7"/>
        </a:accent1>
        <a:accent2>
          <a:srgbClr val="6699FF"/>
        </a:accent2>
        <a:accent3>
          <a:srgbClr val="FFFFFF"/>
        </a:accent3>
        <a:accent4>
          <a:srgbClr val="000000"/>
        </a:accent4>
        <a:accent5>
          <a:srgbClr val="ABADF1"/>
        </a:accent5>
        <a:accent6>
          <a:srgbClr val="5C8AE7"/>
        </a:accent6>
        <a:hlink>
          <a:srgbClr val="99CCFF"/>
        </a:hlink>
        <a:folHlink>
          <a:srgbClr val="3366CC"/>
        </a:folHlink>
      </a:clrScheme>
      <a:clrMap bg1="lt1" tx1="dk1" bg2="lt2" tx2="dk2" accent1="accent1" accent2="accent2" accent3="accent3" accent4="accent4" accent5="accent5" accent6="accent6" hlink="hlink" folHlink="folHlink"/>
    </a:extraClrScheme>
    <a:extraClrScheme>
      <a:clrScheme name="117TGp_report_diagram_v2 2">
        <a:dk1>
          <a:srgbClr val="000000"/>
        </a:dk1>
        <a:lt1>
          <a:srgbClr val="FFFFFF"/>
        </a:lt1>
        <a:dk2>
          <a:srgbClr val="094332"/>
        </a:dk2>
        <a:lt2>
          <a:srgbClr val="B2B2B2"/>
        </a:lt2>
        <a:accent1>
          <a:srgbClr val="0D6531"/>
        </a:accent1>
        <a:accent2>
          <a:srgbClr val="39AF6E"/>
        </a:accent2>
        <a:accent3>
          <a:srgbClr val="FFFFFF"/>
        </a:accent3>
        <a:accent4>
          <a:srgbClr val="000000"/>
        </a:accent4>
        <a:accent5>
          <a:srgbClr val="AAB8AD"/>
        </a:accent5>
        <a:accent6>
          <a:srgbClr val="339E63"/>
        </a:accent6>
        <a:hlink>
          <a:srgbClr val="93E1A0"/>
        </a:hlink>
        <a:folHlink>
          <a:srgbClr val="1D834B"/>
        </a:folHlink>
      </a:clrScheme>
      <a:clrMap bg1="lt1" tx1="dk1" bg2="lt2" tx2="dk2" accent1="accent1" accent2="accent2" accent3="accent3" accent4="accent4" accent5="accent5" accent6="accent6" hlink="hlink" folHlink="folHlink"/>
    </a:extraClrScheme>
    <a:extraClrScheme>
      <a:clrScheme name="117TGp_report_diagram_v2 3">
        <a:dk1>
          <a:srgbClr val="000000"/>
        </a:dk1>
        <a:lt1>
          <a:srgbClr val="FFFFFF"/>
        </a:lt1>
        <a:dk2>
          <a:srgbClr val="275CA3"/>
        </a:dk2>
        <a:lt2>
          <a:srgbClr val="C0C0C0"/>
        </a:lt2>
        <a:accent1>
          <a:srgbClr val="529EBC"/>
        </a:accent1>
        <a:accent2>
          <a:srgbClr val="55BEE3"/>
        </a:accent2>
        <a:accent3>
          <a:srgbClr val="FFFFFF"/>
        </a:accent3>
        <a:accent4>
          <a:srgbClr val="000000"/>
        </a:accent4>
        <a:accent5>
          <a:srgbClr val="B3CCDA"/>
        </a:accent5>
        <a:accent6>
          <a:srgbClr val="4CACCE"/>
        </a:accent6>
        <a:hlink>
          <a:srgbClr val="9FD4F1"/>
        </a:hlink>
        <a:folHlink>
          <a:srgbClr val="0099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主题1</Template>
  <TotalTime>5795</TotalTime>
  <Words>1179</Words>
  <Application>Microsoft Office PowerPoint</Application>
  <PresentationFormat>全屏显示(4:3)</PresentationFormat>
  <Paragraphs>171</Paragraphs>
  <Slides>31</Slides>
  <Notes>27</Notes>
  <HiddenSlides>0</HiddenSlides>
  <MMClips>0</MMClips>
  <ScaleCrop>false</ScaleCrop>
  <HeadingPairs>
    <vt:vector size="10"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31</vt:i4>
      </vt:variant>
      <vt:variant>
        <vt:lpstr>自定义放映</vt:lpstr>
      </vt:variant>
      <vt:variant>
        <vt:i4>1</vt:i4>
      </vt:variant>
    </vt:vector>
  </HeadingPairs>
  <TitlesOfParts>
    <vt:vector size="45" baseType="lpstr">
      <vt:lpstr>Monotype Sorts</vt:lpstr>
      <vt:lpstr>黑体</vt:lpstr>
      <vt:lpstr>KaiTi</vt:lpstr>
      <vt:lpstr>楷体_GB2312</vt:lpstr>
      <vt:lpstr>微软雅黑</vt:lpstr>
      <vt:lpstr>Lucida Sans Unicode</vt:lpstr>
      <vt:lpstr>Times New Roman</vt:lpstr>
      <vt:lpstr>Verdana</vt:lpstr>
      <vt:lpstr>Wingdings</vt:lpstr>
      <vt:lpstr>主题1</vt:lpstr>
      <vt:lpstr>Picture</vt:lpstr>
      <vt:lpstr>图片</vt:lpstr>
      <vt:lpstr>Microsoft Word Picture</vt:lpstr>
      <vt:lpstr>程序设计原理</vt:lpstr>
      <vt:lpstr>Objectives</vt:lpstr>
      <vt:lpstr>What is Recursion?</vt:lpstr>
      <vt:lpstr>Computing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factorial(4) Stack Trace</vt:lpstr>
      <vt:lpstr>Fibonacci Numbers</vt:lpstr>
      <vt:lpstr>Fibonacci Numbers Function</vt:lpstr>
      <vt:lpstr>Fibonnaci Numbers, cont.</vt:lpstr>
      <vt:lpstr>Exercise</vt:lpstr>
      <vt:lpstr>Characteristics of Recursion </vt:lpstr>
      <vt:lpstr>Recursion and Iteration </vt:lpstr>
      <vt:lpstr>Recursion and Iteration </vt:lpstr>
      <vt:lpstr>Recursion and Iteration </vt:lpstr>
      <vt:lpstr>Recursive Binary Search</vt:lpstr>
      <vt:lpstr>Recursive Implementation</vt:lpstr>
      <vt:lpstr>Towers of Hanoi</vt:lpstr>
      <vt:lpstr>Towers of Hanoi, cont.</vt:lpstr>
      <vt:lpstr>Solution to Towers of Hanoi</vt:lpstr>
      <vt:lpstr>Exercise</vt:lpstr>
      <vt:lpstr>Exercise</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Methods</dc:title>
  <dc:creator>Y. Daniel Liang</dc:creator>
  <cp:lastModifiedBy>建荣 王</cp:lastModifiedBy>
  <cp:revision>179</cp:revision>
  <dcterms:created xsi:type="dcterms:W3CDTF">1995-06-10T17:31:50Z</dcterms:created>
  <dcterms:modified xsi:type="dcterms:W3CDTF">2025-11-27T15:40:16Z</dcterms:modified>
</cp:coreProperties>
</file>